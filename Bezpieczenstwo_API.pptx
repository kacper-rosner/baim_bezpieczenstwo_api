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0ee269c7c541c4" /><Relationship Type="http://schemas.openxmlformats.org/officeDocument/2006/relationships/extended-properties" Target="/docProps/app.xml" Id="Rad25a07839ca44c5" /><Relationship Type="http://schemas.openxmlformats.org/officeDocument/2006/relationships/officeDocument" Target="/ppt/presentation.xml" Id="R6d1f7a1316804876" /></Relationships>
</file>

<file path=ppt/presentation.xml><?xml version="1.0" encoding="utf-8"?>
<p:presentation xmlns:p="http://schemas.openxmlformats.org/presentationml/2006/main">
  <p:sldMasterIdLst>
    <p:sldMasterId xmlns:r="http://schemas.openxmlformats.org/officeDocument/2006/relationships" id="2147483648" r:id="Ra624d8cc469b4a21"/>
  </p:sldMasterIdLst>
  <p:notesMasterIdLst>
    <p:notesMasterId xmlns:r="http://schemas.openxmlformats.org/officeDocument/2006/relationships" r:id="Rd7acda297d6c41ae"/>
  </p:notesMasterIdLst>
  <p:sldIdLst>
    <p:sldId xmlns:r="http://schemas.openxmlformats.org/officeDocument/2006/relationships" id="256" r:id="R369c0226fd244e2f"/>
    <p:sldId xmlns:r="http://schemas.openxmlformats.org/officeDocument/2006/relationships" id="257" r:id="Rfa77a19f0c1642a2"/>
    <p:sldId xmlns:r="http://schemas.openxmlformats.org/officeDocument/2006/relationships" id="258" r:id="R39d692e917bc49a5"/>
    <p:sldId xmlns:r="http://schemas.openxmlformats.org/officeDocument/2006/relationships" id="259" r:id="R68fe5a9a481c4fd0"/>
    <p:sldId xmlns:r="http://schemas.openxmlformats.org/officeDocument/2006/relationships" id="260" r:id="Ra0e75ee47ddf4017"/>
    <p:sldId xmlns:r="http://schemas.openxmlformats.org/officeDocument/2006/relationships" id="261" r:id="R1a68537544c54a42"/>
    <p:sldId xmlns:r="http://schemas.openxmlformats.org/officeDocument/2006/relationships" id="262" r:id="R37170602b4a24b11"/>
    <p:sldId xmlns:r="http://schemas.openxmlformats.org/officeDocument/2006/relationships" id="263" r:id="R58760b007208451a"/>
    <p:sldId xmlns:r="http://schemas.openxmlformats.org/officeDocument/2006/relationships" id="264" r:id="R6d658040ccfe4664"/>
    <p:sldId xmlns:r="http://schemas.openxmlformats.org/officeDocument/2006/relationships" id="265" r:id="Rd2fd2304c89d4ea3"/>
    <p:sldId xmlns:r="http://schemas.openxmlformats.org/officeDocument/2006/relationships" id="266" r:id="R1bc847358c7048f2"/>
    <p:sldId xmlns:r="http://schemas.openxmlformats.org/officeDocument/2006/relationships" id="267" r:id="R67446668c74b4593"/>
    <p:sldId xmlns:r="http://schemas.openxmlformats.org/officeDocument/2006/relationships" id="268" r:id="R02fdb224f93b495a"/>
    <p:sldId xmlns:r="http://schemas.openxmlformats.org/officeDocument/2006/relationships" id="269" r:id="Raeb86918cd91432e"/>
    <p:sldId xmlns:r="http://schemas.openxmlformats.org/officeDocument/2006/relationships" id="270" r:id="Rafb4432c4a4f4c12"/>
    <p:sldId xmlns:r="http://schemas.openxmlformats.org/officeDocument/2006/relationships" id="271" r:id="R37ece93fdff74792"/>
    <p:sldId xmlns:r="http://schemas.openxmlformats.org/officeDocument/2006/relationships" id="272" r:id="R1c8d0bd7084e4ec1"/>
    <p:sldId xmlns:r="http://schemas.openxmlformats.org/officeDocument/2006/relationships" id="273" r:id="R0fde194e9d44403d"/>
    <p:sldId xmlns:r="http://schemas.openxmlformats.org/officeDocument/2006/relationships" id="274" r:id="Re19ba9c559f844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21d41375524ac5" /><Relationship Type="http://schemas.openxmlformats.org/officeDocument/2006/relationships/slideMaster" Target="/ppt/slideMasters/slideMaster1.xml" Id="Ra624d8cc469b4a21" /><Relationship Type="http://schemas.openxmlformats.org/officeDocument/2006/relationships/notesMaster" Target="/ppt/notesMasters/notesMaster1.xml" Id="Rd7acda297d6c41ae" /><Relationship Type="http://schemas.openxmlformats.org/officeDocument/2006/relationships/presProps" Target="/ppt/presProps.xml" Id="R58bdf84ede9449cb" /><Relationship Type="http://schemas.openxmlformats.org/officeDocument/2006/relationships/tableStyles" Target="/ppt/tableStyles.xml" Id="R2ddd3ef2d7f147e8" /><Relationship Type="http://schemas.openxmlformats.org/officeDocument/2006/relationships/slide" Target="/ppt/slides/slide1.xml" Id="R369c0226fd244e2f" /><Relationship Type="http://schemas.openxmlformats.org/officeDocument/2006/relationships/slide" Target="/ppt/slides/slide2.xml" Id="Rfa77a19f0c1642a2" /><Relationship Type="http://schemas.openxmlformats.org/officeDocument/2006/relationships/slide" Target="/ppt/slides/slide3.xml" Id="R39d692e917bc49a5" /><Relationship Type="http://schemas.openxmlformats.org/officeDocument/2006/relationships/slide" Target="/ppt/slides/slide4.xml" Id="R68fe5a9a481c4fd0" /><Relationship Type="http://schemas.openxmlformats.org/officeDocument/2006/relationships/slide" Target="/ppt/slides/slide5.xml" Id="Ra0e75ee47ddf4017" /><Relationship Type="http://schemas.openxmlformats.org/officeDocument/2006/relationships/slide" Target="/ppt/slides/slide6.xml" Id="R1a68537544c54a42" /><Relationship Type="http://schemas.openxmlformats.org/officeDocument/2006/relationships/slide" Target="/ppt/slides/slide7.xml" Id="R37170602b4a24b11" /><Relationship Type="http://schemas.openxmlformats.org/officeDocument/2006/relationships/slide" Target="/ppt/slides/slide8.xml" Id="R58760b007208451a" /><Relationship Type="http://schemas.openxmlformats.org/officeDocument/2006/relationships/slide" Target="/ppt/slides/slide9.xml" Id="R6d658040ccfe4664" /><Relationship Type="http://schemas.openxmlformats.org/officeDocument/2006/relationships/slide" Target="/ppt/slides/slide10.xml" Id="Rd2fd2304c89d4ea3" /><Relationship Type="http://schemas.openxmlformats.org/officeDocument/2006/relationships/slide" Target="/ppt/slides/slide11.xml" Id="R1bc847358c7048f2" /><Relationship Type="http://schemas.openxmlformats.org/officeDocument/2006/relationships/slide" Target="/ppt/slides/slide12.xml" Id="R67446668c74b4593" /><Relationship Type="http://schemas.openxmlformats.org/officeDocument/2006/relationships/slide" Target="/ppt/slides/slide13.xml" Id="R02fdb224f93b495a" /><Relationship Type="http://schemas.openxmlformats.org/officeDocument/2006/relationships/slide" Target="/ppt/slides/slide14.xml" Id="Raeb86918cd91432e" /><Relationship Type="http://schemas.openxmlformats.org/officeDocument/2006/relationships/slide" Target="/ppt/slides/slide15.xml" Id="Rafb4432c4a4f4c12" /><Relationship Type="http://schemas.openxmlformats.org/officeDocument/2006/relationships/slide" Target="/ppt/slides/slide16.xml" Id="R37ece93fdff74792" /><Relationship Type="http://schemas.openxmlformats.org/officeDocument/2006/relationships/slide" Target="/ppt/slides/slide17.xml" Id="R1c8d0bd7084e4ec1" /><Relationship Type="http://schemas.openxmlformats.org/officeDocument/2006/relationships/slide" Target="/ppt/slides/slide18.xml" Id="R0fde194e9d44403d" /><Relationship Type="http://schemas.openxmlformats.org/officeDocument/2006/relationships/slide" Target="/ppt/slides/slide19.xml" Id="Re19ba9c559f844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112e1a7fd441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00bf38d58c4d80" /><Relationship Type="http://schemas.openxmlformats.org/officeDocument/2006/relationships/notesMaster" Target="/ppt/notesMasters/notesMaster1.xml" Id="R8b00c7eae1b046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b90ab905c04502" /><Relationship Type="http://schemas.openxmlformats.org/officeDocument/2006/relationships/notesMaster" Target="/ppt/notesMasters/notesMaster1.xml" Id="R4188121eea454a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24c76b468a488b" /><Relationship Type="http://schemas.openxmlformats.org/officeDocument/2006/relationships/notesMaster" Target="/ppt/notesMasters/notesMaster1.xml" Id="R71ba8013aca140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100a09054a4cc5" /><Relationship Type="http://schemas.openxmlformats.org/officeDocument/2006/relationships/notesMaster" Target="/ppt/notesMasters/notesMaster1.xml" Id="R09771acb18ce47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f990d6452344ec" /><Relationship Type="http://schemas.openxmlformats.org/officeDocument/2006/relationships/notesMaster" Target="/ppt/notesMasters/notesMaster1.xml" Id="R2c4e66b248b64e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1da8ca531147c7" /><Relationship Type="http://schemas.openxmlformats.org/officeDocument/2006/relationships/notesMaster" Target="/ppt/notesMasters/notesMaster1.xml" Id="Rcfaaf2431ceb4d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db2847423749ac" /><Relationship Type="http://schemas.openxmlformats.org/officeDocument/2006/relationships/notesMaster" Target="/ppt/notesMasters/notesMaster1.xml" Id="Rd2d3b02ebcc141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dbf20a4edc497e" /><Relationship Type="http://schemas.openxmlformats.org/officeDocument/2006/relationships/notesMaster" Target="/ppt/notesMasters/notesMaster1.xml" Id="R639ec7ba39ac42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1bbb0519734964" /><Relationship Type="http://schemas.openxmlformats.org/officeDocument/2006/relationships/notesMaster" Target="/ppt/notesMasters/notesMaster1.xml" Id="Raad5df8a043947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30c8ca22474fcb" /><Relationship Type="http://schemas.openxmlformats.org/officeDocument/2006/relationships/notesMaster" Target="/ppt/notesMasters/notesMaster1.xml" Id="R67e3b9caca8846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b11187808ac4b3c" /><Relationship Type="http://schemas.openxmlformats.org/officeDocument/2006/relationships/notesMaster" Target="/ppt/notesMasters/notesMaster1.xml" Id="R5b065b23f5ff4f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444212566c4161" /><Relationship Type="http://schemas.openxmlformats.org/officeDocument/2006/relationships/notesMaster" Target="/ppt/notesMasters/notesMaster1.xml" Id="R454ed155e1794f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31ffedbd784e87" /><Relationship Type="http://schemas.openxmlformats.org/officeDocument/2006/relationships/notesMaster" Target="/ppt/notesMasters/notesMaster1.xml" Id="Rc1882db7b5014b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8f03bd05e7430f" /><Relationship Type="http://schemas.openxmlformats.org/officeDocument/2006/relationships/notesMaster" Target="/ppt/notesMasters/notesMaster1.xml" Id="R736b0a83c6954d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1577578a6a4012" /><Relationship Type="http://schemas.openxmlformats.org/officeDocument/2006/relationships/notesMaster" Target="/ppt/notesMasters/notesMaster1.xml" Id="R0fa6ff72590647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bb7d8543754044" /><Relationship Type="http://schemas.openxmlformats.org/officeDocument/2006/relationships/notesMaster" Target="/ppt/notesMasters/notesMaster1.xml" Id="R6b71a5f3c78f4a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31bc09a6d0e4423" /><Relationship Type="http://schemas.openxmlformats.org/officeDocument/2006/relationships/notesMaster" Target="/ppt/notesMasters/notesMaster1.xml" Id="Rad8d14e822604c3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8ea4c69f9c047bf" /><Relationship Type="http://schemas.openxmlformats.org/officeDocument/2006/relationships/notesMaster" Target="/ppt/notesMasters/notesMaster1.xml" Id="R2d6c4bf4bbc446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70f70087f94f55" /><Relationship Type="http://schemas.openxmlformats.org/officeDocument/2006/relationships/notesMaster" Target="/ppt/notesMasters/notesMaster1.xml" Id="R9f631ce77ebd46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0:30. Przedział: 0:00–0:30.</a:t>
            </a:r>
          </a:p>
          <a:p xmlns:a="http://schemas.openxmlformats.org/drawingml/2006/main">
            <a:r>
              <a:t/>
            </a:r>
          </a:p>
          <a:p xmlns:a="http://schemas.openxmlformats.org/drawingml/2006/main">
            <a:r>
              <a:t>API umożliwia aplikacji pobieranie danych i wykonywanie operacji na serwerze. Kliknięcie przycisku „moje zamówienia” uruchamia żądanie API, a odpowiedź dostarcza listę zakupów. Bezpieczeństwo tej wymiany obejmuje rozpoznanie użytkownika, ocenę jego uprawnień oraz ochronę danych i dostępności usługi. Prezentacja omawia podstawy, typowe zagrożenia i mechanizmy ochrony na przykładzie fikcyjnego sklepu. Slajdy 18–19 zawierają materiały dodatkowe, poza podstawowym planem 20 minut.</a:t>
            </a:r>
          </a:p>
          <a:p xmlns:a="http://schemas.openxmlformats.org/drawingml/2006/main">
            <a:r>
              <a:t/>
            </a:r>
          </a:p>
          <a:p xmlns:a="http://schemas.openxmlformats.org/drawingml/2006/main">
            <a:r>
              <a:t>Źródło główne: https://www.trendmicro.com/pl_pl/what-is/cloud-security/api-security.html</a:t>
            </a:r>
          </a:p>
          <a:p xmlns:a="http://schemas.openxmlformats.org/drawingml/2006/main">
            <a:r>
              <a:t>Źródło uzupełniające: https://api-security.owasp.org/editions/2023/en/0x11-t10/</a:t>
            </a:r>
          </a:p>
          <a:p xmlns:a="http://schemas.openxmlformats.org/drawingml/2006/main">
            <a:r>
              <a:t>Ilustracja: narzędzie image_gen, grafika koncepcyjna, nie zapis rzeczywistego zdarzenia. Prompt: abstrakcyjna turkusowa brama API między serwerami na granatowym tle, przepływ danych, czerwony akcent ostrzeżenia, bez napisów. Lokalny plik roboczy: work/api-deck/cover.png.</a:t>
            </a:r>
          </a:p>
          <a:p xmlns:a="http://schemas.openxmlformats.org/drawingml/2006/main">
            <a:r>
              <a:t>Dostęp: 18.10.2026.</a:t>
            </a:r>
          </a:p>
          <a:p xmlns:a="http://schemas.openxmlformats.org/drawingml/2006/main">
            <a:r>
              <a:t/>
            </a:r>
          </a:p>
          <a:p xmlns:a="http://schemas.openxmlformats.org/drawingml/2006/main">
            <a:r>
              <a:t>Oprawa graficzna: image_gen. Ilustracja koncepcyjna, nie zdjęcie rzeczywistego systemu. Motyw: cover. Pliki projektu: work/api-style. Styl promptu: szklana rzeźba technologiczna po prawej stronie, granat, turkus, pusta przestrzeń pod edytowalny tekst.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1:00. Przedział wystąpienia: 0:30–1:30.</a:t>
            </a:r>
          </a:p>
          <a:p xmlns:a="http://schemas.openxmlformats.org/drawingml/2006/main">
            <a:r>
              <a:t/>
            </a:r>
          </a:p>
          <a:p xmlns:a="http://schemas.openxmlformats.org/drawingml/2006/main">
            <a:r>
              <a:t>Klient sklepu wybiera historię zamówień. Aplikacja wysyła żądanie do endpointu, czyli adresu konkretnej operacji. Serwer analizuje żądanie, sprawdza dostęp, pobiera właściwe dane i przygotowuje odpowiedź. API określa kontrakt tej wymiany: dostępne operacje, parametry i strukturę odpowiedzi. Z takiego interfejsu może korzystać aplikacja mobilna, przeglądarka lub inna usługa. Przykładami integracji są płatności i mapy. REST, GraphQL, SOAP i gRPC różnią się sposobem komunikacji, ale wszystkie wymagają odpowiedniej ochrony. Dalsze przykłady wykorzystują adresy charakterystyczne dla API REST.</a:t>
            </a:r>
          </a:p>
          <a:p xmlns:a="http://schemas.openxmlformats.org/drawingml/2006/main">
            <a:r>
              <a:t/>
            </a:r>
          </a:p>
          <a:p xmlns:a="http://schemas.openxmlformats.org/drawingml/2006/main">
            <a:r>
              <a:t>ŹRÓDŁA:</a:t>
            </a:r>
          </a:p>
          <a:p xmlns:a="http://schemas.openxmlformats.org/drawingml/2006/main">
            <a:r>
              <a:t>https://www.trendmicro.com/pl_pl/what-is/cloud-security/api-security.html</a:t>
            </a:r>
          </a:p>
          <a:p xmlns:a="http://schemas.openxmlformats.org/drawingml/2006/main">
            <a:r>
              <a:t>Dostęp: 18.10.2026. Przykłady dydaktyczne są autorskie i fikcyjne.</a:t>
            </a:r>
          </a:p>
          <a:p xmlns:a="http://schemas.openxmlformats.org/drawingml/2006/main">
            <a:r>
              <a:t/>
            </a:r>
          </a:p>
          <a:p xmlns:a="http://schemas.openxmlformats.org/drawingml/2006/main">
            <a:r>
              <a:t>Oprawa graficzna: image_gen. Ilustracja koncepcyjna, nie zdjęcie rzeczywistego systemu. Motyw: layers. Pliki projektu: work/api-style. Styl promptu: szklana rzeźba technologiczna po prawej stronie, granat, turkus, pusta przestrzeń pod edytowalny tekst.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1:00. Przedział wystąpienia: 1:30–2:30.</a:t>
            </a:r>
          </a:p>
          <a:p xmlns:a="http://schemas.openxmlformats.org/drawingml/2006/main">
            <a:r>
              <a:t/>
            </a:r>
          </a:p>
          <a:p xmlns:a="http://schemas.openxmlformats.org/drawingml/2006/main">
            <a:r>
              <a:t>Ujawnienie adresu klienta narusza poufność. Niedozwolona zmiana adresu dostawy narusza integralność. Masowe wywoływanie kosztownego raportu może ograniczyć dostępność albo zwiększyć rachunek za infrastrukturę. Te skutki mogą wystąpić także wtedy, gdy API zwraca poprawny technicznie komunikat HTTP. Bezpieczeństwo obejmuje zatem zarówno dane, jak i sposób wykorzystania funkcji biznesowych. W fikcyjnym sklepie ochrona dotyczy danych klientów, poprawności zamówień i ciągłości zakupów. Rodzaj przetwarzanych danych oraz znaczenie operacji decydują o priorytetach zabezpieczeń.</a:t>
            </a:r>
          </a:p>
          <a:p xmlns:a="http://schemas.openxmlformats.org/drawingml/2006/main">
            <a:r>
              <a:t/>
            </a:r>
          </a:p>
          <a:p xmlns:a="http://schemas.openxmlformats.org/drawingml/2006/main">
            <a:r>
              <a:t>ŹRÓDŁA:</a:t>
            </a:r>
          </a:p>
          <a:p xmlns:a="http://schemas.openxmlformats.org/drawingml/2006/main">
            <a:r>
              <a:t>https://www.trendmicro.com/pl_pl/what-is/cloud-security/api-security.html</a:t>
            </a:r>
          </a:p>
          <a:p xmlns:a="http://schemas.openxmlformats.org/drawingml/2006/main">
            <a:r>
              <a:t>https://api-security.owasp.org/editions/2023/en/0x11-t10/</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1:15. Przedział wystąpienia: 2:30–3:45.</a:t>
            </a:r>
          </a:p>
          <a:p xmlns:a="http://schemas.openxmlformats.org/drawingml/2006/main">
            <a:r>
              <a:t/>
            </a:r>
          </a:p>
          <a:p xmlns:a="http://schemas.openxmlformats.org/drawingml/2006/main">
            <a:r>
              <a:t>Uwierzytelnianie potwierdza tożsamość użytkownika lub klienta API. Autoryzacja ocenia prawo do wykonania konkretnej operacji na wskazanym zasobie. Poprawny token Anny potwierdza jej tożsamość, lecz nie daje jej dostępu do zamówienia Bartka. OAuth 2.0 dotyczy delegowania dostępu, natomiast OpenID Connect dodaje warstwę tożsamości. Serwer wykorzystuje token oraz reguły aplikacji do oceny dostępu. Ukrycie przycisku w interfejsie nie zabezpiecza operacji serwera. Podobnie zalogowany pracownik działu sprzedaży nie uzyskuje automatycznie praw administratora.</a:t>
            </a:r>
          </a:p>
          <a:p xmlns:a="http://schemas.openxmlformats.org/drawingml/2006/main">
            <a:r>
              <a:t/>
            </a:r>
          </a:p>
          <a:p xmlns:a="http://schemas.openxmlformats.org/drawingml/2006/main">
            <a:r>
              <a:t>ŹRÓDŁA:</a:t>
            </a:r>
          </a:p>
          <a:p xmlns:a="http://schemas.openxmlformats.org/drawingml/2006/main">
            <a:r>
              <a:t>https://cheatsheetseries.owasp.org/cheatsheets/OAuth2_Cheat_Sheet.html</a:t>
            </a:r>
          </a:p>
          <a:p xmlns:a="http://schemas.openxmlformats.org/drawingml/2006/main">
            <a:r>
              <a:t>https://api-security.owasp.org/editions/2023/en/0xa1-broken-object-level-authorization/</a:t>
            </a:r>
          </a:p>
          <a:p xmlns:a="http://schemas.openxmlformats.org/drawingml/2006/main">
            <a:r>
              <a:t>Dostęp: 18.10.2026. Przykłady dydaktyczne są autorskie i fikcyjne.</a:t>
            </a:r>
          </a:p>
          <a:p xmlns:a="http://schemas.openxmlformats.org/drawingml/2006/main">
            <a:r>
              <a:t/>
            </a:r>
          </a:p>
          <a:p xmlns:a="http://schemas.openxmlformats.org/drawingml/2006/main">
            <a:r>
              <a:t>Oprawa graficzna: image_gen. Ilustracja koncepcyjna, nie zdjęcie rzeczywistego systemu. Motyw: identity. Pliki projektu: work/api-style. Styl promptu: szklana rzeźba technologiczna po prawej stronie, granat, turkus, pusta przestrzeń pod edytowalny tekst.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1:15. Przedział wystąpienia: 3:45–5:00.</a:t>
            </a:r>
          </a:p>
          <a:p xmlns:a="http://schemas.openxmlformats.org/drawingml/2006/main">
            <a:r>
              <a:t/>
            </a:r>
          </a:p>
          <a:p xmlns:a="http://schemas.openxmlformats.org/drawingml/2006/main">
            <a:r>
              <a:t>Powiedz, że OWASP API Security Top 10 w wersji 2023 jest katalogiem ryzyk, a nie rankingiem incydentów konkretnej firmy. Na slajdzie łączymy kategorie w grupy, aby łatwiej je zapamiętać. Najpierw rozważamy tożsamość i prawa dostępu. Potem zasoby i nadużywanie legalnych funkcji. Następnie żądania wychodzące i zewnętrzne integracje. Ostatnia grupa dotyczy konfiguracji oraz wiedzy o działających interfejsach. Pełną listę dziesięciu kategorii umieszczono w dodatku. Wyjaśnij, że numer ryzyka pomaga znaleźć jego opis, ale kolejność napraw powinna zależeć od danych i funkcji konkretnej aplikacji.</a:t>
            </a:r>
          </a:p>
          <a:p xmlns:a="http://schemas.openxmlformats.org/drawingml/2006/main">
            <a:r>
              <a:t/>
            </a:r>
          </a:p>
          <a:p xmlns:a="http://schemas.openxmlformats.org/drawingml/2006/main">
            <a:r>
              <a:t>ŹRÓDŁA:</a:t>
            </a:r>
          </a:p>
          <a:p xmlns:a="http://schemas.openxmlformats.org/drawingml/2006/main">
            <a:r>
              <a:t>https://api-security.owasp.org/editions/2023/en/0x11-t10/</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1:45. Przedział wystąpienia: 5:00–6:45.</a:t>
            </a:r>
          </a:p>
          <a:p xmlns:a="http://schemas.openxmlformats.org/drawingml/2006/main">
            <a:r>
              <a:t/>
            </a:r>
          </a:p>
          <a:p xmlns:a="http://schemas.openxmlformats.org/drawingml/2006/main">
            <a:r>
              <a:t>Anna ma zamówienie 204, a Bartek zamówienie 205. Anna loguje się poprawnie i zmienia identyfikator w adresie żądania. Gdy serwer sprawdza wyłącznie token, może zwrócić jej dane Bartka. Jest to BOLA, czyli błąd autoryzacji na poziomie obiektu. Kontrola dostępu powinna poprzedzać zwrócenie danych i uwzględniać relację użytkownika do zamówienia. W systemie z wieloma organizacjami znaczenie ma również przynależność zasobu do właściwej organizacji. Losowe identyfikatory utrudniają zgadywanie, ale nie zastępują autoryzacji. Przykład jest fikcyjny i ilustruje typowy mechanizm błędu.</a:t>
            </a:r>
          </a:p>
          <a:p xmlns:a="http://schemas.openxmlformats.org/drawingml/2006/main">
            <a:r>
              <a:t/>
            </a:r>
          </a:p>
          <a:p xmlns:a="http://schemas.openxmlformats.org/drawingml/2006/main">
            <a:r>
              <a:t>ŹRÓDŁA:</a:t>
            </a:r>
          </a:p>
          <a:p xmlns:a="http://schemas.openxmlformats.org/drawingml/2006/main">
            <a:r>
              <a:t>https://api-security.owasp.org/editions/2023/en/0xa1-broken-object-level-authorization/</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1:15. Przedział wystąpienia: 6:45–8:00.</a:t>
            </a:r>
          </a:p>
          <a:p xmlns:a="http://schemas.openxmlformats.org/drawingml/2006/main">
            <a:r>
              <a:t/>
            </a:r>
          </a:p>
          <a:p xmlns:a="http://schemas.openxmlformats.org/drawingml/2006/main">
            <a:r>
              <a:t>Kontynuuj przykład Anny. API powinno przyjmować token od zaufanego wystawcy, przeznaczony dla tej usługi i nadal ważny. Jeżeli token ma format JWT, serwer weryfikuje jego podpis oraz wymagane pola. Krótki czas ważności ogranicza czas wykorzystania skradzionego tokenu, a plan unieważnienia umożliwia reakcję na wyciek. Zakresy dostępu ograniczają dopuszczalne działania, ale nie zastępują oceny uprawnień do obiektu. Rozróżnij tożsamość aplikacji od tożsamości użytkownika. Klucz API może identyfikować integrację, a jego posiadanie nie oznacza automatycznie prawa do danych każdego klienta. Ochrona kluczy powinna obejmować ich przechowywanie i rotację.</a:t>
            </a:r>
          </a:p>
          <a:p xmlns:a="http://schemas.openxmlformats.org/drawingml/2006/main">
            <a:r>
              <a:t/>
            </a:r>
          </a:p>
          <a:p xmlns:a="http://schemas.openxmlformats.org/drawingml/2006/main">
            <a:r>
              <a:t>ŹRÓDŁA:</a:t>
            </a:r>
          </a:p>
          <a:p xmlns:a="http://schemas.openxmlformats.org/drawingml/2006/main">
            <a:r>
              <a:t>https://cheatsheetseries.owasp.org/cheatsheets/REST_Security_Cheat_Sheet.html</a:t>
            </a:r>
          </a:p>
          <a:p xmlns:a="http://schemas.openxmlformats.org/drawingml/2006/main">
            <a:r>
              <a:t>https://cheatsheetseries.owasp.org/cheatsheets/OAuth2_Cheat_Sheet.html</a:t>
            </a:r>
          </a:p>
          <a:p xmlns:a="http://schemas.openxmlformats.org/drawingml/2006/main">
            <a:r>
              <a:t>Dostęp: 18.10.2026. Przykłady dydaktyczne są autorskie i fikcyjne.</a:t>
            </a:r>
          </a:p>
          <a:p xmlns:a="http://schemas.openxmlformats.org/drawingml/2006/main">
            <a:r>
              <a:t/>
            </a:r>
          </a:p>
          <a:p xmlns:a="http://schemas.openxmlformats.org/drawingml/2006/main">
            <a:r>
              <a:t>Oprawa graficzna: image_gen. Ilustracja koncepcyjna, nie zdjęcie rzeczywistego systemu. Motyw: identity. Pliki projektu: work/api-style. Styl promptu: szklana rzeźba technologiczna po prawej stronie, granat, turkus, pusta przestrzeń pod edytowalny tekst.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1:00. Przedział wystąpienia: 8:00–9:00.</a:t>
            </a:r>
          </a:p>
          <a:p xmlns:a="http://schemas.openxmlformats.org/drawingml/2006/main">
            <a:r>
              <a:t/>
            </a:r>
          </a:p>
          <a:p xmlns:a="http://schemas.openxmlformats.org/drawingml/2006/main">
            <a:r>
              <a:t>Prawo do własnego profilu nie oznacza prawa do zmiany wszystkich jego właściwości. Klient sklepu może edytować numer telefonu, lecz zmiana roli na administratora wymaga innych uprawnień. Serwer powinien jawnie określać dozwolone pola wejścia i odpowiedzi. Oddzielna kontrola dotyczy całych funkcji, na przykład eksportu danych wszystkich klientów. W tym przypadku znaczenie mają rola użytkownika i dozwolony zakres operacji. Zabezpieczenie obejmuje zarówno uprawnienia do pól obiektu, jak i prawo do wywołania danej funkcji API.</a:t>
            </a:r>
          </a:p>
          <a:p xmlns:a="http://schemas.openxmlformats.org/drawingml/2006/main">
            <a:r>
              <a:t/>
            </a:r>
          </a:p>
          <a:p xmlns:a="http://schemas.openxmlformats.org/drawingml/2006/main">
            <a:r>
              <a:t>ŹRÓDŁA:</a:t>
            </a:r>
          </a:p>
          <a:p xmlns:a="http://schemas.openxmlformats.org/drawingml/2006/main">
            <a:r>
              <a:t>https://api-security.owasp.org/editions/2023/en/0xa3-broken-object-property-level-authorization/</a:t>
            </a:r>
          </a:p>
          <a:p xmlns:a="http://schemas.openxmlformats.org/drawingml/2006/main">
            <a:r>
              <a:t>https://api-security.owasp.org/editions/2023/en/0x11-t10/</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1:15. Przedział wystąpienia: 9:00–10:15.</a:t>
            </a:r>
          </a:p>
          <a:p xmlns:a="http://schemas.openxmlformats.org/drawingml/2006/main">
            <a:r>
              <a:t/>
            </a:r>
          </a:p>
          <a:p xmlns:a="http://schemas.openxmlformats.org/drawingml/2006/main">
            <a:r>
              <a:t>Porównaj lekki odczyt statusu zamówienia z raportem obejmującym wiele tysięcy rekordów. Oba wywołania liczą się jako jedno żądanie, ale ich koszt jest różny. Dlatego sam limit liczby żądań może nie wystarczyć. Potrzebne są także ograniczenia czasu, rozmiaru oraz liczby rekordów, a dla GraphQL kosztu lub złożoności zapytania. Dodatkowo legalną funkcję, na przykład rezerwację produktu, można masowo nadużywać. Taki proces wymaga reguł biznesowych, a nie wyłącznie blokady adresu IP. Wszystkie przykładowe limity dobieramy do rzeczywistego ruchu, umów i wydajności. W testach sprawdzamy zarówno odrzucenie nadmiaru żądań, jak i zachowanie usługi dla zwykłych klientów.</a:t>
            </a:r>
          </a:p>
          <a:p xmlns:a="http://schemas.openxmlformats.org/drawingml/2006/main">
            <a:r>
              <a:t/>
            </a:r>
          </a:p>
          <a:p xmlns:a="http://schemas.openxmlformats.org/drawingml/2006/main">
            <a:r>
              <a:t>ŹRÓDŁA:</a:t>
            </a:r>
          </a:p>
          <a:p xmlns:a="http://schemas.openxmlformats.org/drawingml/2006/main">
            <a:r>
              <a:t>https://api-security.owasp.org/editions/2023/en/0xa4-unrestricted-resource-consumption/</a:t>
            </a:r>
          </a:p>
          <a:p xmlns:a="http://schemas.openxmlformats.org/drawingml/2006/main">
            <a:r>
              <a:t>https://api-security.owasp.org/editions/2023/en/0x11-t10/</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1:15. Przedział wystąpienia: 10:15–11:30.</a:t>
            </a:r>
          </a:p>
          <a:p xmlns:a="http://schemas.openxmlformats.org/drawingml/2006/main">
            <a:r>
              <a:t/>
            </a:r>
          </a:p>
          <a:p xmlns:a="http://schemas.openxmlformats.org/drawingml/2006/main">
            <a:r>
              <a:t>Omów dwie różne sytuacje. W pierwszej aplikacja traktuje wartość parametru jak fragment polecenia, co może prowadzić do iniekcji. Obrona obejmuje walidację danych i bezpieczne mechanizmy dostępu do bazy, takie jak zapytania parametryzowane. W drugiej serwer pobiera plik z adresu wskazanego przez klienta. Jeżeli może dowolnie łączyć się z siecią wewnętrzną, pojawia się ryzyko SSRF. Potrzebna jest kontrola dozwolonych miejsc docelowych i ruchu wychodzącego, również po przekierowaniach. Odpowiedź dostawcy zewnętrznego także wymaga sprawdzenia. Zaufanie do partnera nie gwarantuje, że każdy otrzymany dokument ma oczekiwany format i bezpieczny rozmiar.</a:t>
            </a:r>
          </a:p>
          <a:p xmlns:a="http://schemas.openxmlformats.org/drawingml/2006/main">
            <a:r>
              <a:t/>
            </a:r>
          </a:p>
          <a:p xmlns:a="http://schemas.openxmlformats.org/drawingml/2006/main">
            <a:r>
              <a:t>ŹRÓDŁA:</a:t>
            </a:r>
          </a:p>
          <a:p xmlns:a="http://schemas.openxmlformats.org/drawingml/2006/main">
            <a:r>
              <a:t>https://api-security.owasp.org/editions/2023/en/0xa7-server-side-request-forgery/</a:t>
            </a:r>
          </a:p>
          <a:p xmlns:a="http://schemas.openxmlformats.org/drawingml/2006/main">
            <a:r>
              <a:t>https://cheatsheetseries.owasp.org/cheatsheets/REST_Security_Cheat_Sheet.html</a:t>
            </a:r>
          </a:p>
          <a:p xmlns:a="http://schemas.openxmlformats.org/drawingml/2006/main">
            <a:r>
              <a:t>https://api-security.owasp.org/editions/2023/en/0x11-t10/</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1:00. Przedział wystąpienia: 11:30–12:30.</a:t>
            </a:r>
          </a:p>
          <a:p xmlns:a="http://schemas.openxmlformats.org/drawingml/2006/main">
            <a:r>
              <a:t/>
            </a:r>
          </a:p>
          <a:p xmlns:a="http://schemas.openxmlformats.org/drawingml/2006/main">
            <a:r>
              <a:t>Po migracji aplikacji z v1 do v2 stary endpoint może nadal działać w internecie. Spis API powinien zawierać właściciela, środowisko, wersję, rodzaj danych i termin wycofania. Shadow API oznacza interfejs pozostający poza właściwym nadzorem organizacji. Zombie API to starszy interfejs pozostawiony po zakończeniu planowanego użycia. Porównanie dokumentacji z obserwowanym ruchem pomaga wykrywać takie rozbieżności. Wycofanie wersji wymaga uwzględnienia jej użytkowników i zależnych integracji. Samo usunięcie odnośnika w aplikacji nie wyłącza endpointu.</a:t>
            </a:r>
          </a:p>
          <a:p xmlns:a="http://schemas.openxmlformats.org/drawingml/2006/main">
            <a:r>
              <a:t/>
            </a:r>
          </a:p>
          <a:p xmlns:a="http://schemas.openxmlformats.org/drawingml/2006/main">
            <a:r>
              <a:t>ŹRÓDŁA:</a:t>
            </a:r>
          </a:p>
          <a:p xmlns:a="http://schemas.openxmlformats.org/drawingml/2006/main">
            <a:r>
              <a:t>https://api-security.owasp.org/editions/2023/en/0xa9-improper-inventory-management/</a:t>
            </a:r>
          </a:p>
          <a:p xmlns:a="http://schemas.openxmlformats.org/drawingml/2006/main">
            <a:r>
              <a:t>https://www.trendmicro.com/pl_pl/what-is/cloud-security/api-security.html</a:t>
            </a:r>
          </a:p>
          <a:p xmlns:a="http://schemas.openxmlformats.org/drawingml/2006/main">
            <a:r>
              <a:t>Dostęp: 18.10.2026. Przykłady dydaktyczne są autorskie i fikcyjne.</a:t>
            </a:r>
          </a:p>
          <a:p xmlns:a="http://schemas.openxmlformats.org/drawingml/2006/main">
            <a:r>
              <a:t/>
            </a:r>
          </a:p>
          <a:p xmlns:a="http://schemas.openxmlformats.org/drawingml/2006/main">
            <a:r>
              <a:t>Oprawa graficzna: image_gen. Ilustracja koncepcyjna, nie zdjęcie rzeczywistego systemu. Motyw: layers. Pliki projektu: work/api-style. Styl promptu: szklana rzeźba technologiczna po prawej stronie, granat, turkus, pusta przestrzeń pod edytowalny tekst.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1:15. Przedział wystąpienia: 12:30–13:45.</a:t>
            </a:r>
          </a:p>
          <a:p xmlns:a="http://schemas.openxmlformats.org/drawingml/2006/main">
            <a:r>
              <a:t/>
            </a:r>
          </a:p>
          <a:p xmlns:a="http://schemas.openxmlformats.org/drawingml/2006/main">
            <a:r>
              <a:t>Przejdź przez warstwy w kolejności obsługi żądania. TLS chroni transmisję. Brama API może centralizować obsługę ruchu i limity. WAF wykrywa część podejrzanych wzorców. Jednak to logika aplikacji ma wiedzę, czy Anna może odczytać zamówienie 205, więc właśnie ona egzekwuje autoryzację biznesową. Monitoring obserwuje wynik działania tych mechanizmów. Podkreśl, że narzędzia trzeba skonfigurować i przetestować razem. Zakup bramy nie powoduje automatycznie, że wszystkie endpointy mają poprawne uprawnienia. Dla wybranego API warto przypisać każdej kontroli konkretnego właściciela i dowód działania, na przykład test.</a:t>
            </a:r>
          </a:p>
          <a:p xmlns:a="http://schemas.openxmlformats.org/drawingml/2006/main">
            <a:r>
              <a:t/>
            </a:r>
          </a:p>
          <a:p xmlns:a="http://schemas.openxmlformats.org/drawingml/2006/main">
            <a:r>
              <a:t>ŹRÓDŁA:</a:t>
            </a:r>
          </a:p>
          <a:p xmlns:a="http://schemas.openxmlformats.org/drawingml/2006/main">
            <a:r>
              <a:t>https://www.trendmicro.com/pl_pl/what-is/cloud-security/api-security.html</a:t>
            </a:r>
          </a:p>
          <a:p xmlns:a="http://schemas.openxmlformats.org/drawingml/2006/main">
            <a:r>
              <a:t>https://cheatsheetseries.owasp.org/cheatsheets/REST_Security_Cheat_Sheet.html</a:t>
            </a:r>
          </a:p>
          <a:p xmlns:a="http://schemas.openxmlformats.org/drawingml/2006/main">
            <a:r>
              <a:t>https://api-security.owasp.org/editions/2023/en/0xa1-broken-object-level-authorization/</a:t>
            </a:r>
          </a:p>
          <a:p xmlns:a="http://schemas.openxmlformats.org/drawingml/2006/main">
            <a:r>
              <a:t>Dostęp: 18.10.2026. Przykłady dydaktyczne są autorskie i fikcyjne.</a:t>
            </a:r>
          </a:p>
          <a:p xmlns:a="http://schemas.openxmlformats.org/drawingml/2006/main">
            <a:r>
              <a:t/>
            </a:r>
          </a:p>
          <a:p xmlns:a="http://schemas.openxmlformats.org/drawingml/2006/main">
            <a:r>
              <a:t>Oprawa graficzna: image_gen. Ilustracja koncepcyjna, nie zdjęcie rzeczywistego systemu. Motyw: layers. Pliki projektu: work/api-style. Styl promptu: szklana rzeźba technologiczna po prawej stronie, granat, turkus, pusta przestrzeń pod edytowalny tekst.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1:45. Przedział wystąpienia: 13:45–15:30.</a:t>
            </a:r>
          </a:p>
          <a:p xmlns:a="http://schemas.openxmlformats.org/drawingml/2006/main">
            <a:r>
              <a:t/>
            </a:r>
          </a:p>
          <a:p xmlns:a="http://schemas.openxmlformats.org/drawingml/2006/main">
            <a:r>
              <a:t>Macierz testów autoryzacji obejmuje dwa konta użytkowników oraz konto administratora. Odczyt własnego zamówienia powinien zakończyć się sukcesem, a odczyt cudzego odmową bez ujawnienia danych. Dodatkowe przypadki dotyczą zmiany roli, metody HTTP, pól obiektu oraz dostępu między organizacjami. Testy uwierzytelniania obejmują brak tokenu i token wygasły. W środowisku testowym ocenia się również rozmiar żądań oraz koszt operacji. Skaner pomaga wykrywać typowe błędy, a analiza ręczna ocenia logikę biznesową. Po naprawie scenariusz pozostaje testem regresji.</a:t>
            </a:r>
          </a:p>
          <a:p xmlns:a="http://schemas.openxmlformats.org/drawingml/2006/main">
            <a:r>
              <a:t/>
            </a:r>
          </a:p>
          <a:p xmlns:a="http://schemas.openxmlformats.org/drawingml/2006/main">
            <a:r>
              <a:t>ŹRÓDŁA:</a:t>
            </a:r>
          </a:p>
          <a:p xmlns:a="http://schemas.openxmlformats.org/drawingml/2006/main">
            <a:r>
              <a:t>https://www.trendmicro.com/pl_pl/what-is/cloud-security/api-security.html</a:t>
            </a:r>
          </a:p>
          <a:p xmlns:a="http://schemas.openxmlformats.org/drawingml/2006/main">
            <a:r>
              <a:t>https://api-security.owasp.org/editions/2023/en/0xa1-broken-object-level-authorization/</a:t>
            </a:r>
          </a:p>
          <a:p xmlns:a="http://schemas.openxmlformats.org/drawingml/2006/main">
            <a:r>
              <a:t>https://api-security.owasp.org/editions/2023/en/0xa3-broken-object-property-level-authorization/</a:t>
            </a:r>
          </a:p>
          <a:p xmlns:a="http://schemas.openxmlformats.org/drawingml/2006/main">
            <a:r>
              <a:t>https://api-security.owasp.org/editions/2023/en/0xa4-unrestricted-resource-consumption/</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1:00. Przedział wystąpienia: 15:30–16:30.</a:t>
            </a:r>
          </a:p>
          <a:p xmlns:a="http://schemas.openxmlformats.org/drawingml/2006/main">
            <a:r>
              <a:t/>
            </a:r>
          </a:p>
          <a:p xmlns:a="http://schemas.openxmlformats.org/drawingml/2006/main">
            <a:r>
              <a:t>Załóżmy, że jedno konto w krótkim czasie pyta o wiele kolejnych numerów zamówień. Sama informacja o liczbie żądań jest mniej użyteczna niż powiązanie jej z kontem, zasobem i wynikiem kontroli dostępu. Log powinien pomóc odtworzyć przebieg, ale nie tworzyć dodatkowego zbioru sekretów. Nie zapisujemy pełnych tokenów ani haseł. Alert powinien prowadzić do konkretnej procedury: ustalenia zakresu zdarzenia, ograniczenia dostępu i ewentualnego unieważnienia tokenu. Dobierz progi do typowego zachowania aplikacji, aby zespół mógł reagować na istotne zdarzenia.</a:t>
            </a:r>
          </a:p>
          <a:p xmlns:a="http://schemas.openxmlformats.org/drawingml/2006/main">
            <a:r>
              <a:t/>
            </a:r>
          </a:p>
          <a:p xmlns:a="http://schemas.openxmlformats.org/drawingml/2006/main">
            <a:r>
              <a:t>ŹRÓDŁA:</a:t>
            </a:r>
          </a:p>
          <a:p xmlns:a="http://schemas.openxmlformats.org/drawingml/2006/main">
            <a:r>
              <a:t>https://cheatsheetseries.owasp.org/cheatsheets/Logging_Cheat_Sheet.html</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1:30. Przedział wystąpienia: 16:30–18:00.</a:t>
            </a:r>
          </a:p>
          <a:p xmlns:a="http://schemas.openxmlformats.org/drawingml/2006/main">
            <a:r>
              <a:t/>
            </a:r>
          </a:p>
          <a:p xmlns:a="http://schemas.openxmlformats.org/drawingml/2006/main">
            <a:r>
              <a:t>W praktycznym przykładzie Anna wysyła żądanie GET /orders/205 z ważnym tokenem przez HTTPS. Serwer weryfikuje token, ustala tożsamość użytkownika i ocenia jego prawo do konkretnego zamówienia. Jeżeli zamówienie należy do Bartka, a Anna nie ma dodatkowego uprawnienia, serwer odmawia dostępu. Odpowiedź nie zawiera danych zamówienia. Kod odpowiedzi i szczegóły komunikatu wynikają z przyjętej polityki API, która powinna ograniczać ujawnianie informacji o cudzych zasobach. Kontrola musi działać dla każdego endpointu odczytującego lub zmieniającego zamówienia. Test regresji z dwoma kontami potwierdza, że poprawka blokuje dostęp między użytkownikami. Ważny token i szyfrowanie transmisji pozostają potrzebne, lecz spełniają inne zadania niż kontrola uprawnień do obiektu.</a:t>
            </a:r>
          </a:p>
          <a:p xmlns:a="http://schemas.openxmlformats.org/drawingml/2006/main">
            <a:r>
              <a:t/>
            </a:r>
          </a:p>
          <a:p xmlns:a="http://schemas.openxmlformats.org/drawingml/2006/main">
            <a:r>
              <a:t>ŹRÓDŁA:</a:t>
            </a:r>
          </a:p>
          <a:p xmlns:a="http://schemas.openxmlformats.org/drawingml/2006/main">
            <a:r>
              <a:t>https://api-security.owasp.org/editions/2023/en/0xa1-broken-object-level-authorization/</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1:00. Przedział wystąpienia: 18:00–19:00.</a:t>
            </a:r>
          </a:p>
          <a:p xmlns:a="http://schemas.openxmlformats.org/drawingml/2006/main">
            <a:r>
              <a:t/>
            </a:r>
          </a:p>
          <a:p xmlns:a="http://schemas.openxmlformats.org/drawingml/2006/main">
            <a:r>
              <a:t>Pierwszy etap zabezpieczania API obejmuje spis interfejsów i przypisanie właścicieli. Następnie priorytet otrzymują endpointy obsługujące dane klientów, płatności i funkcje administracyjne. Negatywne testy potwierdzają odmowę niedozwolonego dostępu. Limity ograniczają koszt i częstotliwość operacji, a alerty prowadzą do ustalonej procedury reakcji. Niepotrzebne wersje API podlegają wycofaniu po uwzględnieniu zależności. Dowodami postępu są aktualny spis, przechodzące testy, potwierdzone limity i zamknięte endpointy. Jest to propozycja kolejności działań, którą zespół dostosowuje do swojego systemu.</a:t>
            </a:r>
          </a:p>
          <a:p xmlns:a="http://schemas.openxmlformats.org/drawingml/2006/main">
            <a:r>
              <a:t/>
            </a:r>
          </a:p>
          <a:p xmlns:a="http://schemas.openxmlformats.org/drawingml/2006/main">
            <a:r>
              <a:t>ŹRÓDŁA:</a:t>
            </a:r>
          </a:p>
          <a:p xmlns:a="http://schemas.openxmlformats.org/drawingml/2006/main">
            <a:r>
              <a:t>https://www.trendmicro.com/pl_pl/what-is/cloud-security/api-security.html</a:t>
            </a:r>
          </a:p>
          <a:p xmlns:a="http://schemas.openxmlformats.org/drawingml/2006/main">
            <a:r>
              <a:t>https://api-security.owasp.org/editions/2023/en/0xa9-improper-inventory-management/</a:t>
            </a:r>
          </a:p>
          <a:p xmlns:a="http://schemas.openxmlformats.org/drawingml/2006/main">
            <a:r>
              <a:t>https://api-security.owasp.org/editions/2023/en/0xa1-broken-object-level-authorization/</a:t>
            </a:r>
          </a:p>
          <a:p xmlns:a="http://schemas.openxmlformats.org/drawingml/2006/main">
            <a:r>
              <a:t>Dostęp: 18.10.2026. Przykłady dydaktyczne są autorskie i fikcyjne.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CZAS: 1:00. Przedział wystąpienia: 19:00–20:00.</a:t>
            </a:r>
          </a:p>
          <a:p xmlns:a="http://schemas.openxmlformats.org/drawingml/2006/main">
            <a:r>
              <a:t/>
            </a:r>
          </a:p>
          <a:p xmlns:a="http://schemas.openxmlformats.org/drawingml/2006/main">
            <a:r>
              <a:t>Bezpieczna obsługa API łączy weryfikację tożsamości, kontrolę uprawnień i ograniczanie nadużyć. W przykładzie sklepu serwer rozpoznaje Annę, ocenia jej prawo do zamówienia, ogranicza koszt operacji i rejestruje wynik. Zmiana endpointu lub modelu danych może zmienić warunki dostępu, dlatego testy i monitoring obejmują cały cykl życia API. Praktyczną podstawą weryfikacji autoryzacji jest porównanie dostępu dwóch różnych kont do własnych i cudzych zasobów. Ochrona wymaga aktualnego spisu oraz przypisania odpowiedzialności za interfejsy. Pełna lista kategorii OWASP i źródła znajdują się w dodatku.</a:t>
            </a:r>
          </a:p>
          <a:p xmlns:a="http://schemas.openxmlformats.org/drawingml/2006/main">
            <a:r>
              <a:t/>
            </a:r>
          </a:p>
          <a:p xmlns:a="http://schemas.openxmlformats.org/drawingml/2006/main">
            <a:r>
              <a:t>ŹRÓDŁA:</a:t>
            </a:r>
          </a:p>
          <a:p xmlns:a="http://schemas.openxmlformats.org/drawingml/2006/main">
            <a:r>
              <a:t>https://www.trendmicro.com/pl_pl/what-is/cloud-security/api-security.html</a:t>
            </a:r>
          </a:p>
          <a:p xmlns:a="http://schemas.openxmlformats.org/drawingml/2006/main">
            <a:r>
              <a:t>https://api-security.owasp.org/editions/2023/en/0xa1-broken-object-level-authorization/</a:t>
            </a:r>
          </a:p>
          <a:p xmlns:a="http://schemas.openxmlformats.org/drawingml/2006/main">
            <a:r>
              <a:t>Dostęp: 18.10.2026. Przykłady dydaktyczne są autorskie i fikcyjne.</a:t>
            </a:r>
          </a:p>
          <a:p xmlns:a="http://schemas.openxmlformats.org/drawingml/2006/main">
            <a:r>
              <a:t/>
            </a:r>
          </a:p>
          <a:p xmlns:a="http://schemas.openxmlformats.org/drawingml/2006/main">
            <a:r>
              <a:t>Oprawa graficzna: image_gen. Ilustracja koncepcyjna, nie zdjęcie rzeczywistego systemu. Motyw: layers. Pliki projektu: work/api-style. Styl promptu: szklana rzeźba technologiczna po prawej stronie, granat, turkus, pusta przestrzeń pod edytowalny tekst.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MATERIAŁ DODATKOWY. Poza podstawowym planem 20 minut.</a:t>
            </a:r>
          </a:p>
          <a:p xmlns:a="http://schemas.openxmlformats.org/drawingml/2006/main">
            <a:r>
              <a:t/>
            </a:r>
          </a:p>
          <a:p xmlns:a="http://schemas.openxmlformats.org/drawingml/2006/main">
            <a:r>
              <a:t>Pełna lista kategorii w polskim tłumaczeniu opisowym. API2 oznacza Broken Authentication, czyli błędy uwierzytelniania. Oficjalne angielskie nazwy znajdują się pod linkiem źródłowym. Numeracja nie oznacza kolejności wdrażania poprawek w każdej organizacji.</a:t>
            </a:r>
          </a:p>
          <a:p xmlns:a="http://schemas.openxmlformats.org/drawingml/2006/main">
            <a:r>
              <a:t/>
            </a:r>
          </a:p>
          <a:p xmlns:a="http://schemas.openxmlformats.org/drawingml/2006/main">
            <a:r>
              <a:t>https://api-security.owasp.org/editions/2023/en/0x11-t10/</a:t>
            </a:r>
          </a:p>
          <a:p xmlns:a="http://schemas.openxmlformats.org/drawingml/2006/main">
            <a:r>
              <a:t>Dostęp: 18.10.2026.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MATERIAŁ DODATKOWY. Poza podstawowym planem 20 minut.</a:t>
            </a:r>
          </a:p>
          <a:p xmlns:a="http://schemas.openxmlformats.org/drawingml/2006/main">
            <a:r>
              <a:t/>
            </a:r>
          </a:p>
          <a:p xmlns:a="http://schemas.openxmlformats.org/drawingml/2006/main">
            <a:r>
              <a:t>Źródła przypisano również do właściwych slajdów w notatkach prowadzącego. Główna inspiracja: artykuł Trend Micro dostarczony przez użytkownika. Definicje i nazewnictwo kategorii zweryfikowano w dokumentacji OWASP. Przykłady sklepu, kont oraz identyfikatorów są fikcyjne. Ilustrację okładkową utworzono narzędziem image_gen. Prezentacja ma charakter edukacyjny.</a:t>
            </a:r>
          </a:p>
          <a:p xmlns:a="http://schemas.openxmlformats.org/drawingml/2006/main">
            <a:r>
              <a:t/>
            </a:r>
          </a:p>
          <a:p xmlns:a="http://schemas.openxmlformats.org/drawingml/2006/main">
            <a:r>
              <a:t>https://www.trendmicro.com/pl_pl/what-is/cloud-security/api-security.html</a:t>
            </a:r>
          </a:p>
          <a:p xmlns:a="http://schemas.openxmlformats.org/drawingml/2006/main">
            <a:r>
              <a:t>https://api-security.owasp.org/editions/2023/en/0x11-t10/</a:t>
            </a:r>
          </a:p>
          <a:p xmlns:a="http://schemas.openxmlformats.org/drawingml/2006/main">
            <a:r>
              <a:t>https://cheatsheetseries.owasp.org/cheatsheets/REST_Security_Cheat_Sheet.html</a:t>
            </a:r>
          </a:p>
          <a:p xmlns:a="http://schemas.openxmlformats.org/drawingml/2006/main">
            <a:r>
              <a:t>https://cheatsheetseries.owasp.org/cheatsheets/OAuth2_Cheat_Sheet.html</a:t>
            </a:r>
          </a:p>
          <a:p xmlns:a="http://schemas.openxmlformats.org/drawingml/2006/main">
            <a:r>
              <a:t>https://cheatsheetseries.owasp.org/cheatsheets/Logging_Cheat_Sheet.html</a:t>
            </a:r>
          </a:p>
          <a:p xmlns:a="http://schemas.openxmlformats.org/drawingml/2006/main">
            <a:r>
              <a:t>Dostęp: 18.10.2026.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1d1be127d24d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df4b7ee47f40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19fba6f26349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c41d56f09a446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e781634a6040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a5a2b1c82144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B51A19-B173-492D-8058-BCDCEA25F4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31D5A5-BC03-4CA7-8E80-D573603444A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26860FA-8FAF-4E27-A57B-F731D911DE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9CD29D-8C2F-4C51-8E35-21C7D4B353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8C2481-2792-4B9A-87D8-2F533F9BBD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87D7F27-6B1F-4C4B-8474-B67580D4E2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BF85388-AA8D-438F-881C-A02DDA977C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5727FA-9250-40D3-A5FA-7B07803D3C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AB271-3A1F-4BAB-8592-4B4577BE5E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7ED92A-AD78-4872-ACE4-B20870CA85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da6697a6da4fc0" /><Relationship Type="http://schemas.openxmlformats.org/officeDocument/2006/relationships/slideLayout" Target="/ppt/slideLayouts/slideLayout1.xml" Id="R1cb10f6688124ba7" /><Relationship Type="http://schemas.openxmlformats.org/officeDocument/2006/relationships/slideLayout" Target="/ppt/slideLayouts/slideLayout2.xml" Id="R58779f8b362d45d6" /><Relationship Type="http://schemas.openxmlformats.org/officeDocument/2006/relationships/slideLayout" Target="/ppt/slideLayouts/slideLayout3.xml" Id="Rf01287a839e44ddc" /><Relationship Type="http://schemas.openxmlformats.org/officeDocument/2006/relationships/slideLayout" Target="/ppt/slideLayouts/slideLayout4.xml" Id="Rb1ecb7bbccee4eec" /><Relationship Type="http://schemas.openxmlformats.org/officeDocument/2006/relationships/slideLayout" Target="/ppt/slideLayouts/slideLayout5.xml" Id="R07e1126ae108484a" /><Relationship Type="http://schemas.openxmlformats.org/officeDocument/2006/relationships/slideLayout" Target="/ppt/slideLayouts/slideLayout6.xml" Id="R82565d7d803b4e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b10f6688124ba7"/>
    <p:sldLayoutId xmlns:r="http://schemas.openxmlformats.org/officeDocument/2006/relationships" id="2147483650" r:id="R58779f8b362d45d6"/>
    <p:sldLayoutId xmlns:r="http://schemas.openxmlformats.org/officeDocument/2006/relationships" id="2147483651" r:id="Rf01287a839e44ddc"/>
    <p:sldLayoutId xmlns:r="http://schemas.openxmlformats.org/officeDocument/2006/relationships" id="2147483652" r:id="Rb1ecb7bbccee4eec"/>
    <p:sldLayoutId xmlns:r="http://schemas.openxmlformats.org/officeDocument/2006/relationships" id="2147483653" r:id="R07e1126ae108484a"/>
    <p:sldLayoutId xmlns:r="http://schemas.openxmlformats.org/officeDocument/2006/relationships" id="2147483654" r:id="R82565d7d803b4e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230cfc6ea64092" /><Relationship Type="http://schemas.openxmlformats.org/officeDocument/2006/relationships/image" Target="/ppt/media/image.png" Id="R9c855bd810aa4c26" /><Relationship Type="http://schemas.openxmlformats.org/officeDocument/2006/relationships/notesSlide" Target="/ppt/notesSlides/notesSlide1.xml" Id="Rd36b080e8be645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733fedc26a45a8" /><Relationship Type="http://schemas.openxmlformats.org/officeDocument/2006/relationships/image" Target="/ppt/media/image2.png" Id="R472b1d4a4c684625" /><Relationship Type="http://schemas.openxmlformats.org/officeDocument/2006/relationships/notesSlide" Target="/ppt/notesSlides/notesSlide2.xml" Id="Rf8222784ee7841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bf43bf231244a7" /><Relationship Type="http://schemas.openxmlformats.org/officeDocument/2006/relationships/notesSlide" Target="/ppt/notesSlides/notesSlide3.xml" Id="R2e63d29574df4f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ff252f8b944530" /><Relationship Type="http://schemas.openxmlformats.org/officeDocument/2006/relationships/image" Target="/ppt/media/image3.png" Id="R3ecb4ae239dd4f8e" /><Relationship Type="http://schemas.openxmlformats.org/officeDocument/2006/relationships/notesSlide" Target="/ppt/notesSlides/notesSlide4.xml" Id="Re067d3c7c6d449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fc2d37a5f546ca" /><Relationship Type="http://schemas.openxmlformats.org/officeDocument/2006/relationships/notesSlide" Target="/ppt/notesSlides/notesSlide5.xml" Id="Rde91af9fb3164d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edecc920cc41bb" /><Relationship Type="http://schemas.openxmlformats.org/officeDocument/2006/relationships/notesSlide" Target="/ppt/notesSlides/notesSlide6.xml" Id="R57db3d515f374e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5d9ad7b8634266" /><Relationship Type="http://schemas.openxmlformats.org/officeDocument/2006/relationships/image" Target="/ppt/media/image4.png" Id="R43e973e93e9d49b6" /><Relationship Type="http://schemas.openxmlformats.org/officeDocument/2006/relationships/notesSlide" Target="/ppt/notesSlides/notesSlide7.xml" Id="Rc2e4bcaa7c1a47a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49b6af96d148ed" /><Relationship Type="http://schemas.openxmlformats.org/officeDocument/2006/relationships/notesSlide" Target="/ppt/notesSlides/notesSlide8.xml" Id="Rabb8245cddae46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e587c35e6d463f" /><Relationship Type="http://schemas.openxmlformats.org/officeDocument/2006/relationships/notesSlide" Target="/ppt/notesSlides/notesSlide9.xml" Id="R35e3d652acd34b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17006eefc745d0" /><Relationship Type="http://schemas.openxmlformats.org/officeDocument/2006/relationships/notesSlide" Target="/ppt/notesSlides/notesSlide10.xml" Id="Rc4c0b81728f246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3b4ea1e3d4473d" /><Relationship Type="http://schemas.openxmlformats.org/officeDocument/2006/relationships/image" Target="/ppt/media/image5.png" Id="R21bcfca80a694e90" /><Relationship Type="http://schemas.openxmlformats.org/officeDocument/2006/relationships/notesSlide" Target="/ppt/notesSlides/notesSlide11.xml" Id="R607f84687ebf45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73f98d0c057411b" /><Relationship Type="http://schemas.openxmlformats.org/officeDocument/2006/relationships/image" Target="/ppt/media/image6.png" Id="R2ff035d8c84d49fc" /><Relationship Type="http://schemas.openxmlformats.org/officeDocument/2006/relationships/notesSlide" Target="/ppt/notesSlides/notesSlide12.xml" Id="R6806b2e6196a4f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0d1be4411246e8" /><Relationship Type="http://schemas.openxmlformats.org/officeDocument/2006/relationships/notesSlide" Target="/ppt/notesSlides/notesSlide13.xml" Id="R1d4e0aa208e649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6b41d1a85d647f5" /><Relationship Type="http://schemas.openxmlformats.org/officeDocument/2006/relationships/notesSlide" Target="/ppt/notesSlides/notesSlide14.xml" Id="R350586a5bf8841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6f23f4cd1784f75" /><Relationship Type="http://schemas.openxmlformats.org/officeDocument/2006/relationships/notesSlide" Target="/ppt/notesSlides/notesSlide15.xml" Id="R7d50b4b6b47744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5ae0ad930d4752" /><Relationship Type="http://schemas.openxmlformats.org/officeDocument/2006/relationships/notesSlide" Target="/ppt/notesSlides/notesSlide16.xml" Id="R255c0195428148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0a744cc805848a0" /><Relationship Type="http://schemas.openxmlformats.org/officeDocument/2006/relationships/image" Target="/ppt/media/image7.png" Id="R855b46c46a244a5c" /><Relationship Type="http://schemas.openxmlformats.org/officeDocument/2006/relationships/notesSlide" Target="/ppt/notesSlides/notesSlide17.xml" Id="Rc913a9774f5745c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476ec9fdab4c7b" /><Relationship Type="http://schemas.openxmlformats.org/officeDocument/2006/relationships/notesSlide" Target="/ppt/notesSlides/notesSlide18.xml" Id="R4c7a4a203c9648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6f649847d134ddb" /><Relationship Type="http://schemas.openxmlformats.org/officeDocument/2006/relationships/notesSlide" Target="/ppt/notesSlides/notesSlide19.xml" Id="R7ab24869bd934316" /></Relationships>
</file>

<file path=ppt/slides/slide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57C469D-E2C1-4CC2-A03F-CF2B70A84A61}"/>
              </a:ext>
            </a:extLst>
          </p:cNvPr>
          <p:cNvPicPr>
            <a:picLocks xmlns:a="http://schemas.openxmlformats.org/drawingml/2006/main" noChangeAspect="1"/>
          </p:cNvPicPr>
          <p:nvPr/>
        </p:nvPicPr>
        <p:blipFill>
          <a:blip xmlns:r="http://schemas.openxmlformats.org/officeDocument/2006/relationships" xmlns:a="http://schemas.openxmlformats.org/drawingml/2006/main" r:embed="R9c855bd810aa4c2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A96939-3E6E-4BD3-A5BE-419839CCD789}"/>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D3E8A59A-803E-42C8-9B56-3A1EB02B2719}"/>
              </a:ext>
            </a:extLst>
          </p:cNvPr>
          <p:cNvSpPr>
            <a:spLocks xmlns:a="http://schemas.openxmlformats.org/drawingml/2006/main" noGrp="1"/>
          </p:cNvSpPr>
          <p:nvPr/>
        </p:nvSpPr>
        <p:spPr>
          <a:xfrm xmlns:a="http://schemas.openxmlformats.org/drawingml/2006/main">
            <a:off x="619125" y="12858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5F8F8"/>
                </a:solidFill>
                <a:latin typeface="Arial"/>
                <a:ea typeface="Arial"/>
                <a:cs typeface="Arial"/>
              </a:defRPr>
            </a:defPPr>
            <a:lvl1pPr>
              <a:defRPr sz="3900" b="1">
                <a:solidFill>
                  <a:srgbClr val="F5F8F8"/>
                </a:solidFill>
                <a:latin typeface="Arial"/>
                <a:ea typeface="Arial"/>
                <a:cs typeface="Arial"/>
              </a:defRPr>
            </a:lvl1pPr>
            <a:lvl2pPr>
              <a:defRPr sz="3900" b="1">
                <a:solidFill>
                  <a:srgbClr val="F5F8F8"/>
                </a:solidFill>
                <a:latin typeface="Arial"/>
                <a:ea typeface="Arial"/>
                <a:cs typeface="Arial"/>
              </a:defRPr>
            </a:lvl2pPr>
            <a:lvl3pPr>
              <a:defRPr sz="3900" b="1">
                <a:solidFill>
                  <a:srgbClr val="F5F8F8"/>
                </a:solidFill>
                <a:latin typeface="Arial"/>
                <a:ea typeface="Arial"/>
                <a:cs typeface="Arial"/>
              </a:defRPr>
            </a:lvl3pPr>
            <a:lvl4pPr>
              <a:defRPr sz="3900" b="1">
                <a:solidFill>
                  <a:srgbClr val="F5F8F8"/>
                </a:solidFill>
                <a:latin typeface="Arial"/>
                <a:ea typeface="Arial"/>
                <a:cs typeface="Arial"/>
              </a:defRPr>
            </a:lvl4pPr>
            <a:lvl5pPr>
              <a:defRPr sz="3900" b="1">
                <a:solidFill>
                  <a:srgbClr val="F5F8F8"/>
                </a:solidFill>
                <a:latin typeface="Arial"/>
                <a:ea typeface="Arial"/>
                <a:cs typeface="Arial"/>
              </a:defRPr>
            </a:lvl5pPr>
            <a:lvl6pPr>
              <a:defRPr sz="3900" b="1">
                <a:solidFill>
                  <a:srgbClr val="F5F8F8"/>
                </a:solidFill>
                <a:latin typeface="Arial"/>
                <a:ea typeface="Arial"/>
                <a:cs typeface="Arial"/>
              </a:defRPr>
            </a:lvl6pPr>
            <a:lvl7pPr>
              <a:defRPr sz="3900" b="1">
                <a:solidFill>
                  <a:srgbClr val="F5F8F8"/>
                </a:solidFill>
                <a:latin typeface="Arial"/>
                <a:ea typeface="Arial"/>
                <a:cs typeface="Arial"/>
              </a:defRPr>
            </a:lvl7pPr>
            <a:lvl8pPr>
              <a:defRPr sz="3900" b="1">
                <a:solidFill>
                  <a:srgbClr val="F5F8F8"/>
                </a:solidFill>
                <a:latin typeface="Arial"/>
                <a:ea typeface="Arial"/>
                <a:cs typeface="Arial"/>
              </a:defRPr>
            </a:lvl8pPr>
            <a:lvl9pPr>
              <a:defRPr sz="3900" b="1">
                <a:solidFill>
                  <a:srgbClr val="F5F8F8"/>
                </a:solidFill>
                <a:latin typeface="Arial"/>
                <a:ea typeface="Arial"/>
                <a:cs typeface="Arial"/>
              </a:defRPr>
            </a:lvl9pPr>
          </a:lstStyle>
          <a:p xmlns:a="http://schemas.openxmlformats.org/drawingml/2006/main">
            <a:pPr>
              <a:defRPr sz="3900" b="1">
                <a:solidFill>
                  <a:srgbClr val="F5F8F8"/>
                </a:solidFill>
                <a:latin typeface="Arial"/>
                <a:ea typeface="Arial"/>
                <a:cs typeface="Arial"/>
              </a:defRPr>
            </a:pPr>
            <a:r>
              <a:rPr sz="3900" b="1">
                <a:solidFill>
                  <a:srgbClr val="F5F8F8"/>
                </a:solidFill>
                <a:latin typeface="Arial"/>
                <a:ea typeface="Arial"/>
                <a:cs typeface="Arial"/>
              </a:rPr>
              <a:t>Bezpieczeństwo</a:t>
            </a:r>
          </a:p>
        </p:txBody>
      </p:sp>
      <p:sp>
        <p:nvSpPr>
          <p:cNvPr id="4" name="">
            <a:extLst xmlns:a="http://schemas.openxmlformats.org/drawingml/2006/main">
              <a:ext uri="{FF2B5EF4-FFF2-40B4-BE49-F238E27FC236}">
                <a16:creationId xmlns:a16="http://schemas.microsoft.com/office/drawing/2014/main" id="{5E55675B-24FF-4500-9DD7-A79AD31B0EB1}"/>
              </a:ext>
            </a:extLst>
          </p:cNvPr>
          <p:cNvSpPr>
            <a:spLocks xmlns:a="http://schemas.openxmlformats.org/drawingml/2006/main" noGrp="1"/>
          </p:cNvSpPr>
          <p:nvPr/>
        </p:nvSpPr>
        <p:spPr>
          <a:xfrm xmlns:a="http://schemas.openxmlformats.org/drawingml/2006/main">
            <a:off x="542925" y="1905000"/>
            <a:ext cx="571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700" b="1">
                <a:solidFill>
                  <a:srgbClr val="59E4CB"/>
                </a:solidFill>
                <a:latin typeface="Arial"/>
                <a:ea typeface="Arial"/>
                <a:cs typeface="Arial"/>
              </a:defRPr>
            </a:defPPr>
            <a:lvl1pPr>
              <a:defRPr sz="11700" b="1">
                <a:solidFill>
                  <a:srgbClr val="59E4CB"/>
                </a:solidFill>
                <a:latin typeface="Arial"/>
                <a:ea typeface="Arial"/>
                <a:cs typeface="Arial"/>
              </a:defRPr>
            </a:lvl1pPr>
            <a:lvl2pPr>
              <a:defRPr sz="11700" b="1">
                <a:solidFill>
                  <a:srgbClr val="59E4CB"/>
                </a:solidFill>
                <a:latin typeface="Arial"/>
                <a:ea typeface="Arial"/>
                <a:cs typeface="Arial"/>
              </a:defRPr>
            </a:lvl2pPr>
            <a:lvl3pPr>
              <a:defRPr sz="11700" b="1">
                <a:solidFill>
                  <a:srgbClr val="59E4CB"/>
                </a:solidFill>
                <a:latin typeface="Arial"/>
                <a:ea typeface="Arial"/>
                <a:cs typeface="Arial"/>
              </a:defRPr>
            </a:lvl3pPr>
            <a:lvl4pPr>
              <a:defRPr sz="11700" b="1">
                <a:solidFill>
                  <a:srgbClr val="59E4CB"/>
                </a:solidFill>
                <a:latin typeface="Arial"/>
                <a:ea typeface="Arial"/>
                <a:cs typeface="Arial"/>
              </a:defRPr>
            </a:lvl4pPr>
            <a:lvl5pPr>
              <a:defRPr sz="11700" b="1">
                <a:solidFill>
                  <a:srgbClr val="59E4CB"/>
                </a:solidFill>
                <a:latin typeface="Arial"/>
                <a:ea typeface="Arial"/>
                <a:cs typeface="Arial"/>
              </a:defRPr>
            </a:lvl5pPr>
            <a:lvl6pPr>
              <a:defRPr sz="11700" b="1">
                <a:solidFill>
                  <a:srgbClr val="59E4CB"/>
                </a:solidFill>
                <a:latin typeface="Arial"/>
                <a:ea typeface="Arial"/>
                <a:cs typeface="Arial"/>
              </a:defRPr>
            </a:lvl6pPr>
            <a:lvl7pPr>
              <a:defRPr sz="11700" b="1">
                <a:solidFill>
                  <a:srgbClr val="59E4CB"/>
                </a:solidFill>
                <a:latin typeface="Arial"/>
                <a:ea typeface="Arial"/>
                <a:cs typeface="Arial"/>
              </a:defRPr>
            </a:lvl7pPr>
            <a:lvl8pPr>
              <a:defRPr sz="11700" b="1">
                <a:solidFill>
                  <a:srgbClr val="59E4CB"/>
                </a:solidFill>
                <a:latin typeface="Arial"/>
                <a:ea typeface="Arial"/>
                <a:cs typeface="Arial"/>
              </a:defRPr>
            </a:lvl8pPr>
            <a:lvl9pPr>
              <a:defRPr sz="11700" b="1">
                <a:solidFill>
                  <a:srgbClr val="59E4CB"/>
                </a:solidFill>
                <a:latin typeface="Arial"/>
                <a:ea typeface="Arial"/>
                <a:cs typeface="Arial"/>
              </a:defRPr>
            </a:lvl9pPr>
          </a:lstStyle>
          <a:p xmlns:a="http://schemas.openxmlformats.org/drawingml/2006/main">
            <a:pPr>
              <a:defRPr sz="11700" b="1">
                <a:solidFill>
                  <a:srgbClr val="59E4CB"/>
                </a:solidFill>
                <a:latin typeface="Arial"/>
                <a:ea typeface="Arial"/>
                <a:cs typeface="Arial"/>
              </a:defRPr>
            </a:pPr>
            <a:r>
              <a:rPr sz="11700" b="1">
                <a:solidFill>
                  <a:srgbClr val="59E4CB"/>
                </a:solidFill>
                <a:latin typeface="Arial"/>
                <a:ea typeface="Arial"/>
                <a:cs typeface="Arial"/>
              </a:rPr>
              <a:t>API</a:t>
            </a:r>
          </a:p>
        </p:txBody>
      </p:sp>
      <p:sp>
        <p:nvSpPr>
          <p:cNvPr id="5" name="">
            <a:extLst xmlns:a="http://schemas.openxmlformats.org/drawingml/2006/main">
              <a:ext uri="{FF2B5EF4-FFF2-40B4-BE49-F238E27FC236}">
                <a16:creationId xmlns:a16="http://schemas.microsoft.com/office/drawing/2014/main" id="{DDB6926A-13F7-4D39-9034-68526130A3B8}"/>
              </a:ext>
            </a:extLst>
          </p:cNvPr>
          <p:cNvSpPr>
            <a:spLocks xmlns:a="http://schemas.openxmlformats.org/drawingml/2006/main" noGrp="1"/>
          </p:cNvSpPr>
          <p:nvPr/>
        </p:nvSpPr>
        <p:spPr>
          <a:xfrm xmlns:a="http://schemas.openxmlformats.org/drawingml/2006/main">
            <a:off x="628650" y="40957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D1E4E7"/>
                </a:solidFill>
                <a:latin typeface="Arial"/>
                <a:ea typeface="Arial"/>
                <a:cs typeface="Arial"/>
              </a:defRPr>
            </a:defPPr>
            <a:lvl1pPr>
              <a:defRPr sz="2325" b="0">
                <a:solidFill>
                  <a:srgbClr val="D1E4E7"/>
                </a:solidFill>
                <a:latin typeface="Arial"/>
                <a:ea typeface="Arial"/>
                <a:cs typeface="Arial"/>
              </a:defRPr>
            </a:lvl1pPr>
            <a:lvl2pPr>
              <a:defRPr sz="2325" b="0">
                <a:solidFill>
                  <a:srgbClr val="D1E4E7"/>
                </a:solidFill>
                <a:latin typeface="Arial"/>
                <a:ea typeface="Arial"/>
                <a:cs typeface="Arial"/>
              </a:defRPr>
            </a:lvl2pPr>
            <a:lvl3pPr>
              <a:defRPr sz="2325" b="0">
                <a:solidFill>
                  <a:srgbClr val="D1E4E7"/>
                </a:solidFill>
                <a:latin typeface="Arial"/>
                <a:ea typeface="Arial"/>
                <a:cs typeface="Arial"/>
              </a:defRPr>
            </a:lvl3pPr>
            <a:lvl4pPr>
              <a:defRPr sz="2325" b="0">
                <a:solidFill>
                  <a:srgbClr val="D1E4E7"/>
                </a:solidFill>
                <a:latin typeface="Arial"/>
                <a:ea typeface="Arial"/>
                <a:cs typeface="Arial"/>
              </a:defRPr>
            </a:lvl4pPr>
            <a:lvl5pPr>
              <a:defRPr sz="2325" b="0">
                <a:solidFill>
                  <a:srgbClr val="D1E4E7"/>
                </a:solidFill>
                <a:latin typeface="Arial"/>
                <a:ea typeface="Arial"/>
                <a:cs typeface="Arial"/>
              </a:defRPr>
            </a:lvl5pPr>
            <a:lvl6pPr>
              <a:defRPr sz="2325" b="0">
                <a:solidFill>
                  <a:srgbClr val="D1E4E7"/>
                </a:solidFill>
                <a:latin typeface="Arial"/>
                <a:ea typeface="Arial"/>
                <a:cs typeface="Arial"/>
              </a:defRPr>
            </a:lvl6pPr>
            <a:lvl7pPr>
              <a:defRPr sz="2325" b="0">
                <a:solidFill>
                  <a:srgbClr val="D1E4E7"/>
                </a:solidFill>
                <a:latin typeface="Arial"/>
                <a:ea typeface="Arial"/>
                <a:cs typeface="Arial"/>
              </a:defRPr>
            </a:lvl7pPr>
            <a:lvl8pPr>
              <a:defRPr sz="2325" b="0">
                <a:solidFill>
                  <a:srgbClr val="D1E4E7"/>
                </a:solidFill>
                <a:latin typeface="Arial"/>
                <a:ea typeface="Arial"/>
                <a:cs typeface="Arial"/>
              </a:defRPr>
            </a:lvl8pPr>
            <a:lvl9pPr>
              <a:defRPr sz="2325" b="0">
                <a:solidFill>
                  <a:srgbClr val="D1E4E7"/>
                </a:solidFill>
                <a:latin typeface="Arial"/>
                <a:ea typeface="Arial"/>
                <a:cs typeface="Arial"/>
              </a:defRPr>
            </a:lvl9pPr>
          </a:lstStyle>
          <a:p xmlns:a="http://schemas.openxmlformats.org/drawingml/2006/main">
            <a:pPr>
              <a:defRPr sz="2325" b="0">
                <a:solidFill>
                  <a:srgbClr val="D1E4E7"/>
                </a:solidFill>
                <a:latin typeface="Arial"/>
                <a:ea typeface="Arial"/>
                <a:cs typeface="Arial"/>
              </a:defRPr>
            </a:pPr>
            <a:r>
              <a:rPr sz="2325" b="0">
                <a:solidFill>
                  <a:srgbClr val="D1E4E7"/>
                </a:solidFill>
                <a:latin typeface="Arial"/>
                <a:ea typeface="Arial"/>
                <a:cs typeface="Arial"/>
              </a:rPr>
              <a:t>Zagrożenia, zabezpieczenia</a:t>
            </a:r>
          </a:p>
          <a:p xmlns:a="http://schemas.openxmlformats.org/drawingml/2006/main">
            <a:pPr>
              <a:defRPr sz="2325" b="0">
                <a:solidFill>
                  <a:srgbClr val="D1E4E7"/>
                </a:solidFill>
                <a:latin typeface="Arial"/>
                <a:ea typeface="Arial"/>
                <a:cs typeface="Arial"/>
              </a:defRPr>
            </a:pPr>
            <a:r>
              <a:rPr sz="2325" b="0">
                <a:solidFill>
                  <a:srgbClr val="D1E4E7"/>
                </a:solidFill>
                <a:latin typeface="Arial"/>
                <a:ea typeface="Arial"/>
                <a:cs typeface="Arial"/>
              </a:rPr>
              <a:t>i testowanie</a:t>
            </a:r>
          </a:p>
        </p:txBody>
      </p:sp>
      <p:sp>
        <p:nvSpPr>
          <p:cNvPr id="6" name="">
            <a:extLst xmlns:a="http://schemas.openxmlformats.org/drawingml/2006/main">
              <a:ext uri="{FF2B5EF4-FFF2-40B4-BE49-F238E27FC236}">
                <a16:creationId xmlns:a16="http://schemas.microsoft.com/office/drawing/2014/main" id="{3355CE8D-A026-4BC2-BB3F-C04E51D83D3D}"/>
              </a:ext>
            </a:extLst>
          </p:cNvPr>
          <p:cNvSpPr>
            <a:spLocks xmlns:a="http://schemas.openxmlformats.org/drawingml/2006/main" noGrp="1"/>
          </p:cNvSpPr>
          <p:nvPr/>
        </p:nvSpPr>
        <p:spPr>
          <a:xfrm xmlns:a="http://schemas.openxmlformats.org/drawingml/2006/main">
            <a:off x="628650" y="6029325"/>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Na podstawie Trend Micro i OWASP</a:t>
            </a:r>
          </a:p>
        </p:txBody>
      </p:sp>
    </p:spTree>
    <p:extLst>
      <p:ext uri="{BB962C8B-B14F-4D97-AF65-F5344CB8AC3E}">
        <p14:creationId xmlns:p14="http://schemas.microsoft.com/office/powerpoint/2010/main" val="258728887"/>
      </p:ext>
    </p:extLst>
  </p:cSld>
</p:sld>
</file>

<file path=ppt/slides/slide2.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799BDF3-DDB4-4992-AFDF-46636321E779}"/>
              </a:ext>
            </a:extLst>
          </p:cNvPr>
          <p:cNvPicPr>
            <a:picLocks xmlns:a="http://schemas.openxmlformats.org/drawingml/2006/main" noChangeAspect="1"/>
          </p:cNvPicPr>
          <p:nvPr/>
        </p:nvPicPr>
        <p:blipFill>
          <a:blip xmlns:r="http://schemas.openxmlformats.org/officeDocument/2006/relationships" xmlns:a="http://schemas.openxmlformats.org/drawingml/2006/main" r:embed="R472b1d4a4c68462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826870-7599-4768-9619-D5C35AFC042B}"/>
              </a:ext>
            </a:extLst>
          </p:cNvPr>
          <p:cNvSpPr>
            <a:spLocks xmlns:a="http://schemas.openxmlformats.org/drawingml/2006/main" noGrp="1"/>
          </p:cNvSpPr>
          <p:nvPr/>
        </p:nvSpPr>
        <p:spPr>
          <a:xfrm xmlns:a="http://schemas.openxmlformats.org/drawingml/2006/main">
            <a:off x="609600" y="495300"/>
            <a:ext cx="7239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5F8F8"/>
                </a:solidFill>
                <a:latin typeface="Arial"/>
                <a:ea typeface="Arial"/>
                <a:cs typeface="Arial"/>
              </a:defRPr>
            </a:defPPr>
            <a:lvl1pPr>
              <a:defRPr sz="4350" b="1">
                <a:solidFill>
                  <a:srgbClr val="F5F8F8"/>
                </a:solidFill>
                <a:latin typeface="Arial"/>
                <a:ea typeface="Arial"/>
                <a:cs typeface="Arial"/>
              </a:defRPr>
            </a:lvl1pPr>
            <a:lvl2pPr>
              <a:defRPr sz="4350" b="1">
                <a:solidFill>
                  <a:srgbClr val="F5F8F8"/>
                </a:solidFill>
                <a:latin typeface="Arial"/>
                <a:ea typeface="Arial"/>
                <a:cs typeface="Arial"/>
              </a:defRPr>
            </a:lvl2pPr>
            <a:lvl3pPr>
              <a:defRPr sz="4350" b="1">
                <a:solidFill>
                  <a:srgbClr val="F5F8F8"/>
                </a:solidFill>
                <a:latin typeface="Arial"/>
                <a:ea typeface="Arial"/>
                <a:cs typeface="Arial"/>
              </a:defRPr>
            </a:lvl3pPr>
            <a:lvl4pPr>
              <a:defRPr sz="4350" b="1">
                <a:solidFill>
                  <a:srgbClr val="F5F8F8"/>
                </a:solidFill>
                <a:latin typeface="Arial"/>
                <a:ea typeface="Arial"/>
                <a:cs typeface="Arial"/>
              </a:defRPr>
            </a:lvl4pPr>
            <a:lvl5pPr>
              <a:defRPr sz="4350" b="1">
                <a:solidFill>
                  <a:srgbClr val="F5F8F8"/>
                </a:solidFill>
                <a:latin typeface="Arial"/>
                <a:ea typeface="Arial"/>
                <a:cs typeface="Arial"/>
              </a:defRPr>
            </a:lvl5pPr>
            <a:lvl6pPr>
              <a:defRPr sz="4350" b="1">
                <a:solidFill>
                  <a:srgbClr val="F5F8F8"/>
                </a:solidFill>
                <a:latin typeface="Arial"/>
                <a:ea typeface="Arial"/>
                <a:cs typeface="Arial"/>
              </a:defRPr>
            </a:lvl6pPr>
            <a:lvl7pPr>
              <a:defRPr sz="4350" b="1">
                <a:solidFill>
                  <a:srgbClr val="F5F8F8"/>
                </a:solidFill>
                <a:latin typeface="Arial"/>
                <a:ea typeface="Arial"/>
                <a:cs typeface="Arial"/>
              </a:defRPr>
            </a:lvl7pPr>
            <a:lvl8pPr>
              <a:defRPr sz="4350" b="1">
                <a:solidFill>
                  <a:srgbClr val="F5F8F8"/>
                </a:solidFill>
                <a:latin typeface="Arial"/>
                <a:ea typeface="Arial"/>
                <a:cs typeface="Arial"/>
              </a:defRPr>
            </a:lvl8pPr>
            <a:lvl9pPr>
              <a:defRPr sz="4350" b="1">
                <a:solidFill>
                  <a:srgbClr val="F5F8F8"/>
                </a:solidFill>
                <a:latin typeface="Arial"/>
                <a:ea typeface="Arial"/>
                <a:cs typeface="Arial"/>
              </a:defRPr>
            </a:lvl9pPr>
          </a:lstStyle>
          <a:p xmlns:a="http://schemas.openxmlformats.org/drawingml/2006/main">
            <a:pPr>
              <a:defRPr sz="4350" b="1">
                <a:solidFill>
                  <a:srgbClr val="F5F8F8"/>
                </a:solidFill>
                <a:latin typeface="Arial"/>
                <a:ea typeface="Arial"/>
                <a:cs typeface="Arial"/>
              </a:defRPr>
            </a:pPr>
            <a:r>
              <a:rPr sz="4350" b="1">
                <a:solidFill>
                  <a:srgbClr val="F5F8F8"/>
                </a:solidFill>
                <a:latin typeface="Arial"/>
                <a:ea typeface="Arial"/>
                <a:cs typeface="Arial"/>
              </a:rPr>
              <a:t>Jak działa API</a:t>
            </a:r>
          </a:p>
        </p:txBody>
      </p:sp>
      <p:sp>
        <p:nvSpPr>
          <p:cNvPr id="3" name="">
            <a:extLst xmlns:a="http://schemas.openxmlformats.org/drawingml/2006/main">
              <a:ext uri="{FF2B5EF4-FFF2-40B4-BE49-F238E27FC236}">
                <a16:creationId xmlns:a16="http://schemas.microsoft.com/office/drawing/2014/main" id="{DBDE7230-DB52-4078-8E90-79E6C08B5B57}"/>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39FEFC1-DB38-4FB0-AF64-FCC823464044}"/>
              </a:ext>
            </a:extLst>
          </p:cNvPr>
          <p:cNvSpPr>
            <a:spLocks xmlns:a="http://schemas.openxmlformats.org/drawingml/2006/main" noGrp="1"/>
          </p:cNvSpPr>
          <p:nvPr/>
        </p:nvSpPr>
        <p:spPr>
          <a:xfrm xmlns:a="http://schemas.openxmlformats.org/drawingml/2006/main">
            <a:off x="628650" y="2200275"/>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F5F8F8"/>
                </a:solidFill>
                <a:latin typeface="Arial"/>
                <a:ea typeface="Arial"/>
                <a:cs typeface="Arial"/>
              </a:defRPr>
            </a:defPPr>
            <a:lvl1pPr>
              <a:defRPr sz="2400" b="1">
                <a:solidFill>
                  <a:srgbClr val="F5F8F8"/>
                </a:solidFill>
                <a:latin typeface="Arial"/>
                <a:ea typeface="Arial"/>
                <a:cs typeface="Arial"/>
              </a:defRPr>
            </a:lvl1pPr>
            <a:lvl2pPr>
              <a:defRPr sz="2400" b="1">
                <a:solidFill>
                  <a:srgbClr val="F5F8F8"/>
                </a:solidFill>
                <a:latin typeface="Arial"/>
                <a:ea typeface="Arial"/>
                <a:cs typeface="Arial"/>
              </a:defRPr>
            </a:lvl2pPr>
            <a:lvl3pPr>
              <a:defRPr sz="2400" b="1">
                <a:solidFill>
                  <a:srgbClr val="F5F8F8"/>
                </a:solidFill>
                <a:latin typeface="Arial"/>
                <a:ea typeface="Arial"/>
                <a:cs typeface="Arial"/>
              </a:defRPr>
            </a:lvl3pPr>
            <a:lvl4pPr>
              <a:defRPr sz="2400" b="1">
                <a:solidFill>
                  <a:srgbClr val="F5F8F8"/>
                </a:solidFill>
                <a:latin typeface="Arial"/>
                <a:ea typeface="Arial"/>
                <a:cs typeface="Arial"/>
              </a:defRPr>
            </a:lvl4pPr>
            <a:lvl5pPr>
              <a:defRPr sz="2400" b="1">
                <a:solidFill>
                  <a:srgbClr val="F5F8F8"/>
                </a:solidFill>
                <a:latin typeface="Arial"/>
                <a:ea typeface="Arial"/>
                <a:cs typeface="Arial"/>
              </a:defRPr>
            </a:lvl5pPr>
            <a:lvl6pPr>
              <a:defRPr sz="2400" b="1">
                <a:solidFill>
                  <a:srgbClr val="F5F8F8"/>
                </a:solidFill>
                <a:latin typeface="Arial"/>
                <a:ea typeface="Arial"/>
                <a:cs typeface="Arial"/>
              </a:defRPr>
            </a:lvl6pPr>
            <a:lvl7pPr>
              <a:defRPr sz="2400" b="1">
                <a:solidFill>
                  <a:srgbClr val="F5F8F8"/>
                </a:solidFill>
                <a:latin typeface="Arial"/>
                <a:ea typeface="Arial"/>
                <a:cs typeface="Arial"/>
              </a:defRPr>
            </a:lvl7pPr>
            <a:lvl8pPr>
              <a:defRPr sz="2400" b="1">
                <a:solidFill>
                  <a:srgbClr val="F5F8F8"/>
                </a:solidFill>
                <a:latin typeface="Arial"/>
                <a:ea typeface="Arial"/>
                <a:cs typeface="Arial"/>
              </a:defRPr>
            </a:lvl8pPr>
            <a:lvl9pPr>
              <a:defRPr sz="2400" b="1">
                <a:solidFill>
                  <a:srgbClr val="F5F8F8"/>
                </a:solidFill>
                <a:latin typeface="Arial"/>
                <a:ea typeface="Arial"/>
                <a:cs typeface="Arial"/>
              </a:defRPr>
            </a:lvl9pPr>
          </a:lstStyle>
          <a:p xmlns:a="http://schemas.openxmlformats.org/drawingml/2006/main">
            <a:pPr>
              <a:defRPr sz="2400" b="1">
                <a:solidFill>
                  <a:srgbClr val="F5F8F8"/>
                </a:solidFill>
                <a:latin typeface="Arial"/>
                <a:ea typeface="Arial"/>
                <a:cs typeface="Arial"/>
              </a:defRPr>
            </a:pPr>
            <a:r>
              <a:rPr sz="2400" b="1">
                <a:solidFill>
                  <a:srgbClr val="F5F8F8"/>
                </a:solidFill>
                <a:latin typeface="Arial"/>
                <a:ea typeface="Arial"/>
                <a:cs typeface="Arial"/>
              </a:rPr>
              <a:t>Aplikacja wysyła żądanie</a:t>
            </a:r>
          </a:p>
        </p:txBody>
      </p:sp>
      <p:sp>
        <p:nvSpPr>
          <p:cNvPr id="5" name="">
            <a:extLst xmlns:a="http://schemas.openxmlformats.org/drawingml/2006/main">
              <a:ext uri="{FF2B5EF4-FFF2-40B4-BE49-F238E27FC236}">
                <a16:creationId xmlns:a16="http://schemas.microsoft.com/office/drawing/2014/main" id="{253522CA-CCEA-4003-A2F3-6888C6157BC5}"/>
              </a:ext>
            </a:extLst>
          </p:cNvPr>
          <p:cNvSpPr>
            <a:spLocks xmlns:a="http://schemas.openxmlformats.org/drawingml/2006/main" noGrp="1"/>
          </p:cNvSpPr>
          <p:nvPr/>
        </p:nvSpPr>
        <p:spPr>
          <a:xfrm xmlns:a="http://schemas.openxmlformats.org/drawingml/2006/main">
            <a:off x="628650" y="2857500"/>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00" b="1">
                <a:solidFill>
                  <a:srgbClr val="59E4CB"/>
                </a:solidFill>
                <a:latin typeface="Arial"/>
                <a:ea typeface="Arial"/>
                <a:cs typeface="Arial"/>
              </a:defRPr>
            </a:defPPr>
            <a:lvl1pPr>
              <a:defRPr sz="3600" b="1">
                <a:solidFill>
                  <a:srgbClr val="59E4CB"/>
                </a:solidFill>
                <a:latin typeface="Arial"/>
                <a:ea typeface="Arial"/>
                <a:cs typeface="Arial"/>
              </a:defRPr>
            </a:lvl1pPr>
            <a:lvl2pPr>
              <a:defRPr sz="3600" b="1">
                <a:solidFill>
                  <a:srgbClr val="59E4CB"/>
                </a:solidFill>
                <a:latin typeface="Arial"/>
                <a:ea typeface="Arial"/>
                <a:cs typeface="Arial"/>
              </a:defRPr>
            </a:lvl2pPr>
            <a:lvl3pPr>
              <a:defRPr sz="3600" b="1">
                <a:solidFill>
                  <a:srgbClr val="59E4CB"/>
                </a:solidFill>
                <a:latin typeface="Arial"/>
                <a:ea typeface="Arial"/>
                <a:cs typeface="Arial"/>
              </a:defRPr>
            </a:lvl3pPr>
            <a:lvl4pPr>
              <a:defRPr sz="3600" b="1">
                <a:solidFill>
                  <a:srgbClr val="59E4CB"/>
                </a:solidFill>
                <a:latin typeface="Arial"/>
                <a:ea typeface="Arial"/>
                <a:cs typeface="Arial"/>
              </a:defRPr>
            </a:lvl4pPr>
            <a:lvl5pPr>
              <a:defRPr sz="3600" b="1">
                <a:solidFill>
                  <a:srgbClr val="59E4CB"/>
                </a:solidFill>
                <a:latin typeface="Arial"/>
                <a:ea typeface="Arial"/>
                <a:cs typeface="Arial"/>
              </a:defRPr>
            </a:lvl5pPr>
            <a:lvl6pPr>
              <a:defRPr sz="3600" b="1">
                <a:solidFill>
                  <a:srgbClr val="59E4CB"/>
                </a:solidFill>
                <a:latin typeface="Arial"/>
                <a:ea typeface="Arial"/>
                <a:cs typeface="Arial"/>
              </a:defRPr>
            </a:lvl6pPr>
            <a:lvl7pPr>
              <a:defRPr sz="3600" b="1">
                <a:solidFill>
                  <a:srgbClr val="59E4CB"/>
                </a:solidFill>
                <a:latin typeface="Arial"/>
                <a:ea typeface="Arial"/>
                <a:cs typeface="Arial"/>
              </a:defRPr>
            </a:lvl7pPr>
            <a:lvl8pPr>
              <a:defRPr sz="3600" b="1">
                <a:solidFill>
                  <a:srgbClr val="59E4CB"/>
                </a:solidFill>
                <a:latin typeface="Arial"/>
                <a:ea typeface="Arial"/>
                <a:cs typeface="Arial"/>
              </a:defRPr>
            </a:lvl8pPr>
            <a:lvl9pPr>
              <a:defRPr sz="3600" b="1">
                <a:solidFill>
                  <a:srgbClr val="59E4CB"/>
                </a:solidFill>
                <a:latin typeface="Arial"/>
                <a:ea typeface="Arial"/>
                <a:cs typeface="Arial"/>
              </a:defRPr>
            </a:lvl9pPr>
          </a:lstStyle>
          <a:p xmlns:a="http://schemas.openxmlformats.org/drawingml/2006/main">
            <a:pPr>
              <a:defRPr sz="3600" b="1">
                <a:solidFill>
                  <a:srgbClr val="59E4CB"/>
                </a:solidFill>
                <a:latin typeface="Arial"/>
                <a:ea typeface="Arial"/>
                <a:cs typeface="Arial"/>
              </a:defRPr>
            </a:pPr>
            <a:r>
              <a:rPr sz="3600" b="1">
                <a:solidFill>
                  <a:srgbClr val="59E4CB"/>
                </a:solidFill>
                <a:latin typeface="Arial"/>
                <a:ea typeface="Arial"/>
                <a:cs typeface="Arial"/>
              </a:rPr>
              <a:t>GET /orders/204</a:t>
            </a:r>
          </a:p>
        </p:txBody>
      </p:sp>
      <p:sp>
        <p:nvSpPr>
          <p:cNvPr id="6" name="">
            <a:extLst xmlns:a="http://schemas.openxmlformats.org/drawingml/2006/main">
              <a:ext uri="{FF2B5EF4-FFF2-40B4-BE49-F238E27FC236}">
                <a16:creationId xmlns:a16="http://schemas.microsoft.com/office/drawing/2014/main" id="{673D5C33-F9AA-4DF6-90D8-024B7832AB44}"/>
              </a:ext>
            </a:extLst>
          </p:cNvPr>
          <p:cNvSpPr>
            <a:spLocks xmlns:a="http://schemas.openxmlformats.org/drawingml/2006/main" noGrp="1"/>
          </p:cNvSpPr>
          <p:nvPr/>
        </p:nvSpPr>
        <p:spPr>
          <a:xfrm xmlns:a="http://schemas.openxmlformats.org/drawingml/2006/main">
            <a:off x="628650" y="3876675"/>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F5F8F8"/>
                </a:solidFill>
                <a:latin typeface="Arial"/>
                <a:ea typeface="Arial"/>
                <a:cs typeface="Arial"/>
              </a:defRPr>
            </a:defPPr>
            <a:lvl1pPr>
              <a:defRPr sz="2400" b="0">
                <a:solidFill>
                  <a:srgbClr val="F5F8F8"/>
                </a:solidFill>
                <a:latin typeface="Arial"/>
                <a:ea typeface="Arial"/>
                <a:cs typeface="Arial"/>
              </a:defRPr>
            </a:lvl1pPr>
            <a:lvl2pPr>
              <a:defRPr sz="2400" b="0">
                <a:solidFill>
                  <a:srgbClr val="F5F8F8"/>
                </a:solidFill>
                <a:latin typeface="Arial"/>
                <a:ea typeface="Arial"/>
                <a:cs typeface="Arial"/>
              </a:defRPr>
            </a:lvl2pPr>
            <a:lvl3pPr>
              <a:defRPr sz="2400" b="0">
                <a:solidFill>
                  <a:srgbClr val="F5F8F8"/>
                </a:solidFill>
                <a:latin typeface="Arial"/>
                <a:ea typeface="Arial"/>
                <a:cs typeface="Arial"/>
              </a:defRPr>
            </a:lvl3pPr>
            <a:lvl4pPr>
              <a:defRPr sz="2400" b="0">
                <a:solidFill>
                  <a:srgbClr val="F5F8F8"/>
                </a:solidFill>
                <a:latin typeface="Arial"/>
                <a:ea typeface="Arial"/>
                <a:cs typeface="Arial"/>
              </a:defRPr>
            </a:lvl4pPr>
            <a:lvl5pPr>
              <a:defRPr sz="2400" b="0">
                <a:solidFill>
                  <a:srgbClr val="F5F8F8"/>
                </a:solidFill>
                <a:latin typeface="Arial"/>
                <a:ea typeface="Arial"/>
                <a:cs typeface="Arial"/>
              </a:defRPr>
            </a:lvl5pPr>
            <a:lvl6pPr>
              <a:defRPr sz="2400" b="0">
                <a:solidFill>
                  <a:srgbClr val="F5F8F8"/>
                </a:solidFill>
                <a:latin typeface="Arial"/>
                <a:ea typeface="Arial"/>
                <a:cs typeface="Arial"/>
              </a:defRPr>
            </a:lvl6pPr>
            <a:lvl7pPr>
              <a:defRPr sz="2400" b="0">
                <a:solidFill>
                  <a:srgbClr val="F5F8F8"/>
                </a:solidFill>
                <a:latin typeface="Arial"/>
                <a:ea typeface="Arial"/>
                <a:cs typeface="Arial"/>
              </a:defRPr>
            </a:lvl7pPr>
            <a:lvl8pPr>
              <a:defRPr sz="2400" b="0">
                <a:solidFill>
                  <a:srgbClr val="F5F8F8"/>
                </a:solidFill>
                <a:latin typeface="Arial"/>
                <a:ea typeface="Arial"/>
                <a:cs typeface="Arial"/>
              </a:defRPr>
            </a:lvl8pPr>
            <a:lvl9pPr>
              <a:defRPr sz="2400" b="0">
                <a:solidFill>
                  <a:srgbClr val="F5F8F8"/>
                </a:solidFill>
                <a:latin typeface="Arial"/>
                <a:ea typeface="Arial"/>
                <a:cs typeface="Arial"/>
              </a:defRPr>
            </a:lvl9pPr>
          </a:lstStyle>
          <a:p xmlns:a="http://schemas.openxmlformats.org/drawingml/2006/main">
            <a:pPr>
              <a:defRPr sz="2400" b="0">
                <a:solidFill>
                  <a:srgbClr val="F5F8F8"/>
                </a:solidFill>
                <a:latin typeface="Arial"/>
                <a:ea typeface="Arial"/>
                <a:cs typeface="Arial"/>
              </a:defRPr>
            </a:pPr>
            <a:r>
              <a:rPr sz="2400" b="0">
                <a:solidFill>
                  <a:srgbClr val="F5F8F8"/>
                </a:solidFill>
                <a:latin typeface="Arial"/>
                <a:ea typeface="Arial"/>
                <a:cs typeface="Arial"/>
              </a:rPr>
              <a:t>Serwer sprawdza dostęp</a:t>
            </a:r>
          </a:p>
          <a:p xmlns:a="http://schemas.openxmlformats.org/drawingml/2006/main">
            <a:pPr>
              <a:defRPr sz="2400" b="0">
                <a:solidFill>
                  <a:srgbClr val="F5F8F8"/>
                </a:solidFill>
                <a:latin typeface="Arial"/>
                <a:ea typeface="Arial"/>
                <a:cs typeface="Arial"/>
              </a:defRPr>
            </a:pPr>
            <a:r>
              <a:rPr sz="2400" b="0">
                <a:solidFill>
                  <a:srgbClr val="F5F8F8"/>
                </a:solidFill>
                <a:latin typeface="Arial"/>
                <a:ea typeface="Arial"/>
                <a:cs typeface="Arial"/>
              </a:rPr>
              <a:t>i zwraca dane zamówienia.</a:t>
            </a:r>
          </a:p>
        </p:txBody>
      </p:sp>
      <p:sp>
        <p:nvSpPr>
          <p:cNvPr id="7" name="">
            <a:extLst xmlns:a="http://schemas.openxmlformats.org/drawingml/2006/main">
              <a:ext uri="{FF2B5EF4-FFF2-40B4-BE49-F238E27FC236}">
                <a16:creationId xmlns:a16="http://schemas.microsoft.com/office/drawing/2014/main" id="{D991346C-17D6-4252-80A5-10C7F03732EA}"/>
              </a:ext>
            </a:extLst>
          </p:cNvPr>
          <p:cNvSpPr>
            <a:spLocks xmlns:a="http://schemas.openxmlformats.org/drawingml/2006/main" noGrp="1"/>
          </p:cNvSpPr>
          <p:nvPr/>
        </p:nvSpPr>
        <p:spPr>
          <a:xfrm xmlns:a="http://schemas.openxmlformats.org/drawingml/2006/main">
            <a:off x="628650" y="5667375"/>
            <a:ext cx="695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A1BCC5"/>
                </a:solidFill>
                <a:latin typeface="Arial"/>
                <a:ea typeface="Arial"/>
                <a:cs typeface="Arial"/>
              </a:defRPr>
            </a:defPPr>
            <a:lvl1pPr>
              <a:defRPr sz="1650" b="0">
                <a:solidFill>
                  <a:srgbClr val="A1BCC5"/>
                </a:solidFill>
                <a:latin typeface="Arial"/>
                <a:ea typeface="Arial"/>
                <a:cs typeface="Arial"/>
              </a:defRPr>
            </a:lvl1pPr>
            <a:lvl2pPr>
              <a:defRPr sz="1650" b="0">
                <a:solidFill>
                  <a:srgbClr val="A1BCC5"/>
                </a:solidFill>
                <a:latin typeface="Arial"/>
                <a:ea typeface="Arial"/>
                <a:cs typeface="Arial"/>
              </a:defRPr>
            </a:lvl2pPr>
            <a:lvl3pPr>
              <a:defRPr sz="1650" b="0">
                <a:solidFill>
                  <a:srgbClr val="A1BCC5"/>
                </a:solidFill>
                <a:latin typeface="Arial"/>
                <a:ea typeface="Arial"/>
                <a:cs typeface="Arial"/>
              </a:defRPr>
            </a:lvl3pPr>
            <a:lvl4pPr>
              <a:defRPr sz="1650" b="0">
                <a:solidFill>
                  <a:srgbClr val="A1BCC5"/>
                </a:solidFill>
                <a:latin typeface="Arial"/>
                <a:ea typeface="Arial"/>
                <a:cs typeface="Arial"/>
              </a:defRPr>
            </a:lvl4pPr>
            <a:lvl5pPr>
              <a:defRPr sz="1650" b="0">
                <a:solidFill>
                  <a:srgbClr val="A1BCC5"/>
                </a:solidFill>
                <a:latin typeface="Arial"/>
                <a:ea typeface="Arial"/>
                <a:cs typeface="Arial"/>
              </a:defRPr>
            </a:lvl5pPr>
            <a:lvl6pPr>
              <a:defRPr sz="1650" b="0">
                <a:solidFill>
                  <a:srgbClr val="A1BCC5"/>
                </a:solidFill>
                <a:latin typeface="Arial"/>
                <a:ea typeface="Arial"/>
                <a:cs typeface="Arial"/>
              </a:defRPr>
            </a:lvl6pPr>
            <a:lvl7pPr>
              <a:defRPr sz="1650" b="0">
                <a:solidFill>
                  <a:srgbClr val="A1BCC5"/>
                </a:solidFill>
                <a:latin typeface="Arial"/>
                <a:ea typeface="Arial"/>
                <a:cs typeface="Arial"/>
              </a:defRPr>
            </a:lvl7pPr>
            <a:lvl8pPr>
              <a:defRPr sz="1650" b="0">
                <a:solidFill>
                  <a:srgbClr val="A1BCC5"/>
                </a:solidFill>
                <a:latin typeface="Arial"/>
                <a:ea typeface="Arial"/>
                <a:cs typeface="Arial"/>
              </a:defRPr>
            </a:lvl8pPr>
            <a:lvl9pPr>
              <a:defRPr sz="1650" b="0">
                <a:solidFill>
                  <a:srgbClr val="A1BCC5"/>
                </a:solidFill>
                <a:latin typeface="Arial"/>
                <a:ea typeface="Arial"/>
                <a:cs typeface="Arial"/>
              </a:defRPr>
            </a:lvl9pPr>
          </a:lstStyle>
          <a:p xmlns:a="http://schemas.openxmlformats.org/drawingml/2006/main">
            <a:pPr>
              <a:defRPr sz="1650" b="0">
                <a:solidFill>
                  <a:srgbClr val="A1BCC5"/>
                </a:solidFill>
                <a:latin typeface="Arial"/>
                <a:ea typeface="Arial"/>
                <a:cs typeface="Arial"/>
              </a:defRPr>
            </a:pPr>
            <a:r>
              <a:rPr sz="1650" b="0">
                <a:solidFill>
                  <a:srgbClr val="A1BCC5"/>
                </a:solidFill>
                <a:latin typeface="Arial"/>
                <a:ea typeface="Arial"/>
                <a:cs typeface="Arial"/>
              </a:rPr>
              <a:t>Endpoint to adres konkretnej operacji API.</a:t>
            </a:r>
          </a:p>
        </p:txBody>
      </p:sp>
    </p:spTree>
    <p:extLst>
      <p:ext uri="{BB962C8B-B14F-4D97-AF65-F5344CB8AC3E}">
        <p14:creationId xmlns:p14="http://schemas.microsoft.com/office/powerpoint/2010/main" val="1784933898"/>
      </p:ext>
    </p:extLst>
  </p:cSld>
</p:sld>
</file>

<file path=ppt/slides/slide3.xml><?xml version="1.0" encoding="utf-8"?>
<p:sld xmlns:p="http://schemas.openxmlformats.org/presentationml/2006/main">
  <p:cSld>
    <p:bg>
      <p:bgPr>
        <a:solidFill xmlns:a="http://schemas.openxmlformats.org/drawingml/2006/main">
          <a:srgbClr val="F3F6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E86FD2-C608-45DF-97D5-B8C3BF66FF46}"/>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102C3B"/>
                </a:solidFill>
                <a:latin typeface="Arial"/>
                <a:ea typeface="Arial"/>
                <a:cs typeface="Arial"/>
              </a:defRPr>
            </a:defPPr>
            <a:lvl1pPr>
              <a:defRPr sz="4350" b="1">
                <a:solidFill>
                  <a:srgbClr val="102C3B"/>
                </a:solidFill>
                <a:latin typeface="Arial"/>
                <a:ea typeface="Arial"/>
                <a:cs typeface="Arial"/>
              </a:defRPr>
            </a:lvl1pPr>
            <a:lvl2pPr>
              <a:defRPr sz="4350" b="1">
                <a:solidFill>
                  <a:srgbClr val="102C3B"/>
                </a:solidFill>
                <a:latin typeface="Arial"/>
                <a:ea typeface="Arial"/>
                <a:cs typeface="Arial"/>
              </a:defRPr>
            </a:lvl2pPr>
            <a:lvl3pPr>
              <a:defRPr sz="4350" b="1">
                <a:solidFill>
                  <a:srgbClr val="102C3B"/>
                </a:solidFill>
                <a:latin typeface="Arial"/>
                <a:ea typeface="Arial"/>
                <a:cs typeface="Arial"/>
              </a:defRPr>
            </a:lvl3pPr>
            <a:lvl4pPr>
              <a:defRPr sz="4350" b="1">
                <a:solidFill>
                  <a:srgbClr val="102C3B"/>
                </a:solidFill>
                <a:latin typeface="Arial"/>
                <a:ea typeface="Arial"/>
                <a:cs typeface="Arial"/>
              </a:defRPr>
            </a:lvl4pPr>
            <a:lvl5pPr>
              <a:defRPr sz="4350" b="1">
                <a:solidFill>
                  <a:srgbClr val="102C3B"/>
                </a:solidFill>
                <a:latin typeface="Arial"/>
                <a:ea typeface="Arial"/>
                <a:cs typeface="Arial"/>
              </a:defRPr>
            </a:lvl5pPr>
            <a:lvl6pPr>
              <a:defRPr sz="4350" b="1">
                <a:solidFill>
                  <a:srgbClr val="102C3B"/>
                </a:solidFill>
                <a:latin typeface="Arial"/>
                <a:ea typeface="Arial"/>
                <a:cs typeface="Arial"/>
              </a:defRPr>
            </a:lvl6pPr>
            <a:lvl7pPr>
              <a:defRPr sz="4350" b="1">
                <a:solidFill>
                  <a:srgbClr val="102C3B"/>
                </a:solidFill>
                <a:latin typeface="Arial"/>
                <a:ea typeface="Arial"/>
                <a:cs typeface="Arial"/>
              </a:defRPr>
            </a:lvl7pPr>
            <a:lvl8pPr>
              <a:defRPr sz="4350" b="1">
                <a:solidFill>
                  <a:srgbClr val="102C3B"/>
                </a:solidFill>
                <a:latin typeface="Arial"/>
                <a:ea typeface="Arial"/>
                <a:cs typeface="Arial"/>
              </a:defRPr>
            </a:lvl8pPr>
            <a:lvl9pPr>
              <a:defRPr sz="4350" b="1">
                <a:solidFill>
                  <a:srgbClr val="102C3B"/>
                </a:solidFill>
                <a:latin typeface="Arial"/>
                <a:ea typeface="Arial"/>
                <a:cs typeface="Arial"/>
              </a:defRPr>
            </a:lvl9pPr>
          </a:lstStyle>
          <a:p xmlns:a="http://schemas.openxmlformats.org/drawingml/2006/main">
            <a:pPr>
              <a:defRPr sz="4350" b="1">
                <a:solidFill>
                  <a:srgbClr val="102C3B"/>
                </a:solidFill>
                <a:latin typeface="Arial"/>
                <a:ea typeface="Arial"/>
                <a:cs typeface="Arial"/>
              </a:defRPr>
            </a:pPr>
            <a:r>
              <a:rPr sz="4350" b="1">
                <a:solidFill>
                  <a:srgbClr val="102C3B"/>
                </a:solidFill>
                <a:latin typeface="Arial"/>
                <a:ea typeface="Arial"/>
                <a:cs typeface="Arial"/>
              </a:rPr>
              <a:t>Skutki naruszenia API</a:t>
            </a:r>
          </a:p>
        </p:txBody>
      </p:sp>
      <p:sp>
        <p:nvSpPr>
          <p:cNvPr id="2" name="">
            <a:extLst xmlns:a="http://schemas.openxmlformats.org/drawingml/2006/main">
              <a:ext uri="{FF2B5EF4-FFF2-40B4-BE49-F238E27FC236}">
                <a16:creationId xmlns:a16="http://schemas.microsoft.com/office/drawing/2014/main" id="{DFCC93AA-A20F-48EC-B8F2-3679B0CBF66A}"/>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E7B"/>
                </a:solidFill>
                <a:latin typeface="Arial"/>
                <a:ea typeface="Arial"/>
                <a:cs typeface="Arial"/>
              </a:defRPr>
            </a:defPPr>
            <a:lvl1pPr>
              <a:defRPr sz="1350" b="0">
                <a:solidFill>
                  <a:srgbClr val="526E7B"/>
                </a:solidFill>
                <a:latin typeface="Arial"/>
                <a:ea typeface="Arial"/>
                <a:cs typeface="Arial"/>
              </a:defRPr>
            </a:lvl1pPr>
            <a:lvl2pPr>
              <a:defRPr sz="1350" b="0">
                <a:solidFill>
                  <a:srgbClr val="526E7B"/>
                </a:solidFill>
                <a:latin typeface="Arial"/>
                <a:ea typeface="Arial"/>
                <a:cs typeface="Arial"/>
              </a:defRPr>
            </a:lvl2pPr>
            <a:lvl3pPr>
              <a:defRPr sz="1350" b="0">
                <a:solidFill>
                  <a:srgbClr val="526E7B"/>
                </a:solidFill>
                <a:latin typeface="Arial"/>
                <a:ea typeface="Arial"/>
                <a:cs typeface="Arial"/>
              </a:defRPr>
            </a:lvl3pPr>
            <a:lvl4pPr>
              <a:defRPr sz="1350" b="0">
                <a:solidFill>
                  <a:srgbClr val="526E7B"/>
                </a:solidFill>
                <a:latin typeface="Arial"/>
                <a:ea typeface="Arial"/>
                <a:cs typeface="Arial"/>
              </a:defRPr>
            </a:lvl4pPr>
            <a:lvl5pPr>
              <a:defRPr sz="1350" b="0">
                <a:solidFill>
                  <a:srgbClr val="526E7B"/>
                </a:solidFill>
                <a:latin typeface="Arial"/>
                <a:ea typeface="Arial"/>
                <a:cs typeface="Arial"/>
              </a:defRPr>
            </a:lvl5pPr>
            <a:lvl6pPr>
              <a:defRPr sz="1350" b="0">
                <a:solidFill>
                  <a:srgbClr val="526E7B"/>
                </a:solidFill>
                <a:latin typeface="Arial"/>
                <a:ea typeface="Arial"/>
                <a:cs typeface="Arial"/>
              </a:defRPr>
            </a:lvl6pPr>
            <a:lvl7pPr>
              <a:defRPr sz="1350" b="0">
                <a:solidFill>
                  <a:srgbClr val="526E7B"/>
                </a:solidFill>
                <a:latin typeface="Arial"/>
                <a:ea typeface="Arial"/>
                <a:cs typeface="Arial"/>
              </a:defRPr>
            </a:lvl7pPr>
            <a:lvl8pPr>
              <a:defRPr sz="1350" b="0">
                <a:solidFill>
                  <a:srgbClr val="526E7B"/>
                </a:solidFill>
                <a:latin typeface="Arial"/>
                <a:ea typeface="Arial"/>
                <a:cs typeface="Arial"/>
              </a:defRPr>
            </a:lvl8pPr>
            <a:lvl9pPr>
              <a:defRPr sz="1350" b="0">
                <a:solidFill>
                  <a:srgbClr val="526E7B"/>
                </a:solidFill>
                <a:latin typeface="Arial"/>
                <a:ea typeface="Arial"/>
                <a:cs typeface="Arial"/>
              </a:defRPr>
            </a:lvl9pPr>
          </a:lstStyle>
          <a:p xmlns:a="http://schemas.openxmlformats.org/drawingml/2006/main">
            <a:pPr>
              <a:defRPr sz="1350" b="0">
                <a:solidFill>
                  <a:srgbClr val="526E7B"/>
                </a:solidFill>
                <a:latin typeface="Arial"/>
                <a:ea typeface="Arial"/>
                <a:cs typeface="Arial"/>
              </a:defRPr>
            </a:pPr>
            <a:r>
              <a:rPr sz="1350" b="0">
                <a:solidFill>
                  <a:srgbClr val="526E7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13A91A9-5963-4813-8B86-7AC9BFCB2114}"/>
              </a:ext>
            </a:extLst>
          </p:cNvPr>
          <p:cNvSpPr>
            <a:spLocks xmlns:a="http://schemas.openxmlformats.org/drawingml/2006/main" noGrp="1"/>
          </p:cNvSpPr>
          <p:nvPr/>
        </p:nvSpPr>
        <p:spPr>
          <a:xfrm xmlns:a="http://schemas.openxmlformats.org/drawingml/2006/main">
            <a:off x="571500" y="1905000"/>
            <a:ext cx="2762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0" b="1">
                <a:solidFill>
                  <a:srgbClr val="007C79"/>
                </a:solidFill>
                <a:latin typeface="Arial"/>
                <a:ea typeface="Arial"/>
                <a:cs typeface="Arial"/>
              </a:defRPr>
            </a:defPPr>
            <a:lvl1pPr>
              <a:defRPr sz="18000" b="1">
                <a:solidFill>
                  <a:srgbClr val="007C79"/>
                </a:solidFill>
                <a:latin typeface="Arial"/>
                <a:ea typeface="Arial"/>
                <a:cs typeface="Arial"/>
              </a:defRPr>
            </a:lvl1pPr>
            <a:lvl2pPr>
              <a:defRPr sz="18000" b="1">
                <a:solidFill>
                  <a:srgbClr val="007C79"/>
                </a:solidFill>
                <a:latin typeface="Arial"/>
                <a:ea typeface="Arial"/>
                <a:cs typeface="Arial"/>
              </a:defRPr>
            </a:lvl2pPr>
            <a:lvl3pPr>
              <a:defRPr sz="18000" b="1">
                <a:solidFill>
                  <a:srgbClr val="007C79"/>
                </a:solidFill>
                <a:latin typeface="Arial"/>
                <a:ea typeface="Arial"/>
                <a:cs typeface="Arial"/>
              </a:defRPr>
            </a:lvl3pPr>
            <a:lvl4pPr>
              <a:defRPr sz="18000" b="1">
                <a:solidFill>
                  <a:srgbClr val="007C79"/>
                </a:solidFill>
                <a:latin typeface="Arial"/>
                <a:ea typeface="Arial"/>
                <a:cs typeface="Arial"/>
              </a:defRPr>
            </a:lvl4pPr>
            <a:lvl5pPr>
              <a:defRPr sz="18000" b="1">
                <a:solidFill>
                  <a:srgbClr val="007C79"/>
                </a:solidFill>
                <a:latin typeface="Arial"/>
                <a:ea typeface="Arial"/>
                <a:cs typeface="Arial"/>
              </a:defRPr>
            </a:lvl5pPr>
            <a:lvl6pPr>
              <a:defRPr sz="18000" b="1">
                <a:solidFill>
                  <a:srgbClr val="007C79"/>
                </a:solidFill>
                <a:latin typeface="Arial"/>
                <a:ea typeface="Arial"/>
                <a:cs typeface="Arial"/>
              </a:defRPr>
            </a:lvl6pPr>
            <a:lvl7pPr>
              <a:defRPr sz="18000" b="1">
                <a:solidFill>
                  <a:srgbClr val="007C79"/>
                </a:solidFill>
                <a:latin typeface="Arial"/>
                <a:ea typeface="Arial"/>
                <a:cs typeface="Arial"/>
              </a:defRPr>
            </a:lvl7pPr>
            <a:lvl8pPr>
              <a:defRPr sz="18000" b="1">
                <a:solidFill>
                  <a:srgbClr val="007C79"/>
                </a:solidFill>
                <a:latin typeface="Arial"/>
                <a:ea typeface="Arial"/>
                <a:cs typeface="Arial"/>
              </a:defRPr>
            </a:lvl8pPr>
            <a:lvl9pPr>
              <a:defRPr sz="18000" b="1">
                <a:solidFill>
                  <a:srgbClr val="007C79"/>
                </a:solidFill>
                <a:latin typeface="Arial"/>
                <a:ea typeface="Arial"/>
                <a:cs typeface="Arial"/>
              </a:defRPr>
            </a:lvl9pPr>
          </a:lstStyle>
          <a:p xmlns:a="http://schemas.openxmlformats.org/drawingml/2006/main">
            <a:pPr>
              <a:defRPr sz="18000" b="1">
                <a:solidFill>
                  <a:srgbClr val="007C79"/>
                </a:solidFill>
                <a:latin typeface="Arial"/>
                <a:ea typeface="Arial"/>
                <a:cs typeface="Arial"/>
              </a:defRPr>
            </a:pPr>
            <a:r>
              <a:rPr sz="18000" b="1">
                <a:solidFill>
                  <a:srgbClr val="007C79"/>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D8207722-3B5E-4720-9B77-93987037F1B1}"/>
              </a:ext>
            </a:extLst>
          </p:cNvPr>
          <p:cNvSpPr>
            <a:spLocks xmlns:a="http://schemas.openxmlformats.org/drawingml/2006/main" noGrp="1"/>
          </p:cNvSpPr>
          <p:nvPr/>
        </p:nvSpPr>
        <p:spPr>
          <a:xfrm xmlns:a="http://schemas.openxmlformats.org/drawingml/2006/main">
            <a:off x="685800" y="4629150"/>
            <a:ext cx="2619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02C3B"/>
                </a:solidFill>
                <a:latin typeface="Arial"/>
                <a:ea typeface="Arial"/>
                <a:cs typeface="Arial"/>
              </a:defRPr>
            </a:defPPr>
            <a:lvl1pPr>
              <a:defRPr sz="2250" b="1">
                <a:solidFill>
                  <a:srgbClr val="102C3B"/>
                </a:solidFill>
                <a:latin typeface="Arial"/>
                <a:ea typeface="Arial"/>
                <a:cs typeface="Arial"/>
              </a:defRPr>
            </a:lvl1pPr>
            <a:lvl2pPr>
              <a:defRPr sz="2250" b="1">
                <a:solidFill>
                  <a:srgbClr val="102C3B"/>
                </a:solidFill>
                <a:latin typeface="Arial"/>
                <a:ea typeface="Arial"/>
                <a:cs typeface="Arial"/>
              </a:defRPr>
            </a:lvl2pPr>
            <a:lvl3pPr>
              <a:defRPr sz="2250" b="1">
                <a:solidFill>
                  <a:srgbClr val="102C3B"/>
                </a:solidFill>
                <a:latin typeface="Arial"/>
                <a:ea typeface="Arial"/>
                <a:cs typeface="Arial"/>
              </a:defRPr>
            </a:lvl3pPr>
            <a:lvl4pPr>
              <a:defRPr sz="2250" b="1">
                <a:solidFill>
                  <a:srgbClr val="102C3B"/>
                </a:solidFill>
                <a:latin typeface="Arial"/>
                <a:ea typeface="Arial"/>
                <a:cs typeface="Arial"/>
              </a:defRPr>
            </a:lvl4pPr>
            <a:lvl5pPr>
              <a:defRPr sz="2250" b="1">
                <a:solidFill>
                  <a:srgbClr val="102C3B"/>
                </a:solidFill>
                <a:latin typeface="Arial"/>
                <a:ea typeface="Arial"/>
                <a:cs typeface="Arial"/>
              </a:defRPr>
            </a:lvl5pPr>
            <a:lvl6pPr>
              <a:defRPr sz="2250" b="1">
                <a:solidFill>
                  <a:srgbClr val="102C3B"/>
                </a:solidFill>
                <a:latin typeface="Arial"/>
                <a:ea typeface="Arial"/>
                <a:cs typeface="Arial"/>
              </a:defRPr>
            </a:lvl6pPr>
            <a:lvl7pPr>
              <a:defRPr sz="2250" b="1">
                <a:solidFill>
                  <a:srgbClr val="102C3B"/>
                </a:solidFill>
                <a:latin typeface="Arial"/>
                <a:ea typeface="Arial"/>
                <a:cs typeface="Arial"/>
              </a:defRPr>
            </a:lvl7pPr>
            <a:lvl8pPr>
              <a:defRPr sz="2250" b="1">
                <a:solidFill>
                  <a:srgbClr val="102C3B"/>
                </a:solidFill>
                <a:latin typeface="Arial"/>
                <a:ea typeface="Arial"/>
                <a:cs typeface="Arial"/>
              </a:defRPr>
            </a:lvl8pPr>
            <a:lvl9pPr>
              <a:defRPr sz="2250" b="1">
                <a:solidFill>
                  <a:srgbClr val="102C3B"/>
                </a:solidFill>
                <a:latin typeface="Arial"/>
                <a:ea typeface="Arial"/>
                <a:cs typeface="Arial"/>
              </a:defRPr>
            </a:lvl9pPr>
          </a:lstStyle>
          <a:p xmlns:a="http://schemas.openxmlformats.org/drawingml/2006/main">
            <a:pPr>
              <a:defRPr sz="2250" b="1">
                <a:solidFill>
                  <a:srgbClr val="102C3B"/>
                </a:solidFill>
                <a:latin typeface="Arial"/>
                <a:ea typeface="Arial"/>
                <a:cs typeface="Arial"/>
              </a:defRPr>
            </a:pPr>
            <a:r>
              <a:rPr sz="2250" b="1">
                <a:solidFill>
                  <a:srgbClr val="102C3B"/>
                </a:solidFill>
                <a:latin typeface="Arial"/>
                <a:ea typeface="Arial"/>
                <a:cs typeface="Arial"/>
              </a:rPr>
              <a:t>obszary ochrony</a:t>
            </a:r>
          </a:p>
        </p:txBody>
      </p:sp>
      <p:sp>
        <p:nvSpPr>
          <p:cNvPr id="5" name="">
            <a:extLst xmlns:a="http://schemas.openxmlformats.org/drawingml/2006/main">
              <a:ext uri="{FF2B5EF4-FFF2-40B4-BE49-F238E27FC236}">
                <a16:creationId xmlns:a16="http://schemas.microsoft.com/office/drawing/2014/main" id="{F51FC825-B783-4757-93B6-76F714B65C4D}"/>
              </a:ext>
            </a:extLst>
          </p:cNvPr>
          <p:cNvSpPr>
            <a:spLocks xmlns:a="http://schemas.openxmlformats.org/drawingml/2006/main" noGrp="1"/>
          </p:cNvSpPr>
          <p:nvPr/>
        </p:nvSpPr>
        <p:spPr>
          <a:xfrm xmlns:a="http://schemas.openxmlformats.org/drawingml/2006/main">
            <a:off x="3905250" y="209550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C79"/>
                </a:solidFill>
                <a:latin typeface="Arial"/>
                <a:ea typeface="Arial"/>
                <a:cs typeface="Arial"/>
              </a:defRPr>
            </a:defPPr>
            <a:lvl1pPr>
              <a:defRPr sz="2175" b="1">
                <a:solidFill>
                  <a:srgbClr val="007C79"/>
                </a:solidFill>
                <a:latin typeface="Arial"/>
                <a:ea typeface="Arial"/>
                <a:cs typeface="Arial"/>
              </a:defRPr>
            </a:lvl1pPr>
            <a:lvl2pPr>
              <a:defRPr sz="2175" b="1">
                <a:solidFill>
                  <a:srgbClr val="007C79"/>
                </a:solidFill>
                <a:latin typeface="Arial"/>
                <a:ea typeface="Arial"/>
                <a:cs typeface="Arial"/>
              </a:defRPr>
            </a:lvl2pPr>
            <a:lvl3pPr>
              <a:defRPr sz="2175" b="1">
                <a:solidFill>
                  <a:srgbClr val="007C79"/>
                </a:solidFill>
                <a:latin typeface="Arial"/>
                <a:ea typeface="Arial"/>
                <a:cs typeface="Arial"/>
              </a:defRPr>
            </a:lvl3pPr>
            <a:lvl4pPr>
              <a:defRPr sz="2175" b="1">
                <a:solidFill>
                  <a:srgbClr val="007C79"/>
                </a:solidFill>
                <a:latin typeface="Arial"/>
                <a:ea typeface="Arial"/>
                <a:cs typeface="Arial"/>
              </a:defRPr>
            </a:lvl4pPr>
            <a:lvl5pPr>
              <a:defRPr sz="2175" b="1">
                <a:solidFill>
                  <a:srgbClr val="007C79"/>
                </a:solidFill>
                <a:latin typeface="Arial"/>
                <a:ea typeface="Arial"/>
                <a:cs typeface="Arial"/>
              </a:defRPr>
            </a:lvl5pPr>
            <a:lvl6pPr>
              <a:defRPr sz="2175" b="1">
                <a:solidFill>
                  <a:srgbClr val="007C79"/>
                </a:solidFill>
                <a:latin typeface="Arial"/>
                <a:ea typeface="Arial"/>
                <a:cs typeface="Arial"/>
              </a:defRPr>
            </a:lvl6pPr>
            <a:lvl7pPr>
              <a:defRPr sz="2175" b="1">
                <a:solidFill>
                  <a:srgbClr val="007C79"/>
                </a:solidFill>
                <a:latin typeface="Arial"/>
                <a:ea typeface="Arial"/>
                <a:cs typeface="Arial"/>
              </a:defRPr>
            </a:lvl7pPr>
            <a:lvl8pPr>
              <a:defRPr sz="2175" b="1">
                <a:solidFill>
                  <a:srgbClr val="007C79"/>
                </a:solidFill>
                <a:latin typeface="Arial"/>
                <a:ea typeface="Arial"/>
                <a:cs typeface="Arial"/>
              </a:defRPr>
            </a:lvl8pPr>
            <a:lvl9pPr>
              <a:defRPr sz="2175" b="1">
                <a:solidFill>
                  <a:srgbClr val="007C79"/>
                </a:solidFill>
                <a:latin typeface="Arial"/>
                <a:ea typeface="Arial"/>
                <a:cs typeface="Arial"/>
              </a:defRPr>
            </a:lvl9pPr>
          </a:lstStyle>
          <a:p xmlns:a="http://schemas.openxmlformats.org/drawingml/2006/main">
            <a:pPr>
              <a:defRPr sz="2175" b="1">
                <a:solidFill>
                  <a:srgbClr val="007C79"/>
                </a:solidFill>
                <a:latin typeface="Arial"/>
                <a:ea typeface="Arial"/>
                <a:cs typeface="Arial"/>
              </a:defRPr>
            </a:pPr>
            <a:r>
              <a:rPr sz="2175" b="1">
                <a:solidFill>
                  <a:srgbClr val="007C79"/>
                </a:solidFill>
                <a:latin typeface="Arial"/>
                <a:ea typeface="Arial"/>
                <a:cs typeface="Arial"/>
              </a:rPr>
              <a:t>Poufność</a:t>
            </a:r>
          </a:p>
        </p:txBody>
      </p:sp>
      <p:sp>
        <p:nvSpPr>
          <p:cNvPr id="6" name="">
            <a:extLst xmlns:a="http://schemas.openxmlformats.org/drawingml/2006/main">
              <a:ext uri="{FF2B5EF4-FFF2-40B4-BE49-F238E27FC236}">
                <a16:creationId xmlns:a16="http://schemas.microsoft.com/office/drawing/2014/main" id="{23495DEE-6268-47F2-9484-53C7A4A10FFB}"/>
              </a:ext>
            </a:extLst>
          </p:cNvPr>
          <p:cNvSpPr>
            <a:spLocks xmlns:a="http://schemas.openxmlformats.org/drawingml/2006/main" noGrp="1"/>
          </p:cNvSpPr>
          <p:nvPr/>
        </p:nvSpPr>
        <p:spPr>
          <a:xfrm xmlns:a="http://schemas.openxmlformats.org/drawingml/2006/main">
            <a:off x="6286500" y="209550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Wyciek cudzego adresu</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lub historii zamówień.</a:t>
            </a:r>
          </a:p>
        </p:txBody>
      </p:sp>
      <p:sp>
        <p:nvSpPr>
          <p:cNvPr id="7" name="">
            <a:extLst xmlns:a="http://schemas.openxmlformats.org/drawingml/2006/main">
              <a:ext uri="{FF2B5EF4-FFF2-40B4-BE49-F238E27FC236}">
                <a16:creationId xmlns:a16="http://schemas.microsoft.com/office/drawing/2014/main" id="{A64D27D1-EEC5-4B18-9C82-6048F59E7AD3}"/>
              </a:ext>
            </a:extLst>
          </p:cNvPr>
          <p:cNvSpPr>
            <a:spLocks xmlns:a="http://schemas.openxmlformats.org/drawingml/2006/main" noGrp="1"/>
          </p:cNvSpPr>
          <p:nvPr/>
        </p:nvSpPr>
        <p:spPr>
          <a:xfrm xmlns:a="http://schemas.openxmlformats.org/drawingml/2006/main">
            <a:off x="3905250" y="33813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C79"/>
                </a:solidFill>
                <a:latin typeface="Arial"/>
                <a:ea typeface="Arial"/>
                <a:cs typeface="Arial"/>
              </a:defRPr>
            </a:defPPr>
            <a:lvl1pPr>
              <a:defRPr sz="2175" b="1">
                <a:solidFill>
                  <a:srgbClr val="007C79"/>
                </a:solidFill>
                <a:latin typeface="Arial"/>
                <a:ea typeface="Arial"/>
                <a:cs typeface="Arial"/>
              </a:defRPr>
            </a:lvl1pPr>
            <a:lvl2pPr>
              <a:defRPr sz="2175" b="1">
                <a:solidFill>
                  <a:srgbClr val="007C79"/>
                </a:solidFill>
                <a:latin typeface="Arial"/>
                <a:ea typeface="Arial"/>
                <a:cs typeface="Arial"/>
              </a:defRPr>
            </a:lvl2pPr>
            <a:lvl3pPr>
              <a:defRPr sz="2175" b="1">
                <a:solidFill>
                  <a:srgbClr val="007C79"/>
                </a:solidFill>
                <a:latin typeface="Arial"/>
                <a:ea typeface="Arial"/>
                <a:cs typeface="Arial"/>
              </a:defRPr>
            </a:lvl3pPr>
            <a:lvl4pPr>
              <a:defRPr sz="2175" b="1">
                <a:solidFill>
                  <a:srgbClr val="007C79"/>
                </a:solidFill>
                <a:latin typeface="Arial"/>
                <a:ea typeface="Arial"/>
                <a:cs typeface="Arial"/>
              </a:defRPr>
            </a:lvl4pPr>
            <a:lvl5pPr>
              <a:defRPr sz="2175" b="1">
                <a:solidFill>
                  <a:srgbClr val="007C79"/>
                </a:solidFill>
                <a:latin typeface="Arial"/>
                <a:ea typeface="Arial"/>
                <a:cs typeface="Arial"/>
              </a:defRPr>
            </a:lvl5pPr>
            <a:lvl6pPr>
              <a:defRPr sz="2175" b="1">
                <a:solidFill>
                  <a:srgbClr val="007C79"/>
                </a:solidFill>
                <a:latin typeface="Arial"/>
                <a:ea typeface="Arial"/>
                <a:cs typeface="Arial"/>
              </a:defRPr>
            </a:lvl6pPr>
            <a:lvl7pPr>
              <a:defRPr sz="2175" b="1">
                <a:solidFill>
                  <a:srgbClr val="007C79"/>
                </a:solidFill>
                <a:latin typeface="Arial"/>
                <a:ea typeface="Arial"/>
                <a:cs typeface="Arial"/>
              </a:defRPr>
            </a:lvl7pPr>
            <a:lvl8pPr>
              <a:defRPr sz="2175" b="1">
                <a:solidFill>
                  <a:srgbClr val="007C79"/>
                </a:solidFill>
                <a:latin typeface="Arial"/>
                <a:ea typeface="Arial"/>
                <a:cs typeface="Arial"/>
              </a:defRPr>
            </a:lvl8pPr>
            <a:lvl9pPr>
              <a:defRPr sz="2175" b="1">
                <a:solidFill>
                  <a:srgbClr val="007C79"/>
                </a:solidFill>
                <a:latin typeface="Arial"/>
                <a:ea typeface="Arial"/>
                <a:cs typeface="Arial"/>
              </a:defRPr>
            </a:lvl9pPr>
          </a:lstStyle>
          <a:p xmlns:a="http://schemas.openxmlformats.org/drawingml/2006/main">
            <a:pPr>
              <a:defRPr sz="2175" b="1">
                <a:solidFill>
                  <a:srgbClr val="007C79"/>
                </a:solidFill>
                <a:latin typeface="Arial"/>
                <a:ea typeface="Arial"/>
                <a:cs typeface="Arial"/>
              </a:defRPr>
            </a:pPr>
            <a:r>
              <a:rPr sz="2175" b="1">
                <a:solidFill>
                  <a:srgbClr val="007C79"/>
                </a:solidFill>
                <a:latin typeface="Arial"/>
                <a:ea typeface="Arial"/>
                <a:cs typeface="Arial"/>
              </a:rPr>
              <a:t>Integralność</a:t>
            </a:r>
          </a:p>
        </p:txBody>
      </p:sp>
      <p:sp>
        <p:nvSpPr>
          <p:cNvPr id="8" name="">
            <a:extLst xmlns:a="http://schemas.openxmlformats.org/drawingml/2006/main">
              <a:ext uri="{FF2B5EF4-FFF2-40B4-BE49-F238E27FC236}">
                <a16:creationId xmlns:a16="http://schemas.microsoft.com/office/drawing/2014/main" id="{26E25232-FEAF-467E-BF2C-CD4BF807625C}"/>
              </a:ext>
            </a:extLst>
          </p:cNvPr>
          <p:cNvSpPr>
            <a:spLocks xmlns:a="http://schemas.openxmlformats.org/drawingml/2006/main" noGrp="1"/>
          </p:cNvSpPr>
          <p:nvPr/>
        </p:nvSpPr>
        <p:spPr>
          <a:xfrm xmlns:a="http://schemas.openxmlformats.org/drawingml/2006/main">
            <a:off x="6286500" y="338137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Zmiana danych poza</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uprawnieniami użytkownika.</a:t>
            </a:r>
          </a:p>
        </p:txBody>
      </p:sp>
      <p:sp>
        <p:nvSpPr>
          <p:cNvPr id="9" name="">
            <a:extLst xmlns:a="http://schemas.openxmlformats.org/drawingml/2006/main">
              <a:ext uri="{FF2B5EF4-FFF2-40B4-BE49-F238E27FC236}">
                <a16:creationId xmlns:a16="http://schemas.microsoft.com/office/drawing/2014/main" id="{A93EF250-0CB9-4663-AE20-FC940B202A37}"/>
              </a:ext>
            </a:extLst>
          </p:cNvPr>
          <p:cNvSpPr>
            <a:spLocks xmlns:a="http://schemas.openxmlformats.org/drawingml/2006/main" noGrp="1"/>
          </p:cNvSpPr>
          <p:nvPr/>
        </p:nvSpPr>
        <p:spPr>
          <a:xfrm xmlns:a="http://schemas.openxmlformats.org/drawingml/2006/main">
            <a:off x="3905250" y="466725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C79"/>
                </a:solidFill>
                <a:latin typeface="Arial"/>
                <a:ea typeface="Arial"/>
                <a:cs typeface="Arial"/>
              </a:defRPr>
            </a:defPPr>
            <a:lvl1pPr>
              <a:defRPr sz="2175" b="1">
                <a:solidFill>
                  <a:srgbClr val="007C79"/>
                </a:solidFill>
                <a:latin typeface="Arial"/>
                <a:ea typeface="Arial"/>
                <a:cs typeface="Arial"/>
              </a:defRPr>
            </a:lvl1pPr>
            <a:lvl2pPr>
              <a:defRPr sz="2175" b="1">
                <a:solidFill>
                  <a:srgbClr val="007C79"/>
                </a:solidFill>
                <a:latin typeface="Arial"/>
                <a:ea typeface="Arial"/>
                <a:cs typeface="Arial"/>
              </a:defRPr>
            </a:lvl2pPr>
            <a:lvl3pPr>
              <a:defRPr sz="2175" b="1">
                <a:solidFill>
                  <a:srgbClr val="007C79"/>
                </a:solidFill>
                <a:latin typeface="Arial"/>
                <a:ea typeface="Arial"/>
                <a:cs typeface="Arial"/>
              </a:defRPr>
            </a:lvl3pPr>
            <a:lvl4pPr>
              <a:defRPr sz="2175" b="1">
                <a:solidFill>
                  <a:srgbClr val="007C79"/>
                </a:solidFill>
                <a:latin typeface="Arial"/>
                <a:ea typeface="Arial"/>
                <a:cs typeface="Arial"/>
              </a:defRPr>
            </a:lvl4pPr>
            <a:lvl5pPr>
              <a:defRPr sz="2175" b="1">
                <a:solidFill>
                  <a:srgbClr val="007C79"/>
                </a:solidFill>
                <a:latin typeface="Arial"/>
                <a:ea typeface="Arial"/>
                <a:cs typeface="Arial"/>
              </a:defRPr>
            </a:lvl5pPr>
            <a:lvl6pPr>
              <a:defRPr sz="2175" b="1">
                <a:solidFill>
                  <a:srgbClr val="007C79"/>
                </a:solidFill>
                <a:latin typeface="Arial"/>
                <a:ea typeface="Arial"/>
                <a:cs typeface="Arial"/>
              </a:defRPr>
            </a:lvl6pPr>
            <a:lvl7pPr>
              <a:defRPr sz="2175" b="1">
                <a:solidFill>
                  <a:srgbClr val="007C79"/>
                </a:solidFill>
                <a:latin typeface="Arial"/>
                <a:ea typeface="Arial"/>
                <a:cs typeface="Arial"/>
              </a:defRPr>
            </a:lvl7pPr>
            <a:lvl8pPr>
              <a:defRPr sz="2175" b="1">
                <a:solidFill>
                  <a:srgbClr val="007C79"/>
                </a:solidFill>
                <a:latin typeface="Arial"/>
                <a:ea typeface="Arial"/>
                <a:cs typeface="Arial"/>
              </a:defRPr>
            </a:lvl8pPr>
            <a:lvl9pPr>
              <a:defRPr sz="2175" b="1">
                <a:solidFill>
                  <a:srgbClr val="007C79"/>
                </a:solidFill>
                <a:latin typeface="Arial"/>
                <a:ea typeface="Arial"/>
                <a:cs typeface="Arial"/>
              </a:defRPr>
            </a:lvl9pPr>
          </a:lstStyle>
          <a:p xmlns:a="http://schemas.openxmlformats.org/drawingml/2006/main">
            <a:pPr>
              <a:defRPr sz="2175" b="1">
                <a:solidFill>
                  <a:srgbClr val="007C79"/>
                </a:solidFill>
                <a:latin typeface="Arial"/>
                <a:ea typeface="Arial"/>
                <a:cs typeface="Arial"/>
              </a:defRPr>
            </a:pPr>
            <a:r>
              <a:rPr sz="2175" b="1">
                <a:solidFill>
                  <a:srgbClr val="007C79"/>
                </a:solidFill>
                <a:latin typeface="Arial"/>
                <a:ea typeface="Arial"/>
                <a:cs typeface="Arial"/>
              </a:rPr>
              <a:t>Dostępność</a:t>
            </a:r>
          </a:p>
        </p:txBody>
      </p:sp>
      <p:sp>
        <p:nvSpPr>
          <p:cNvPr id="10" name="">
            <a:extLst xmlns:a="http://schemas.openxmlformats.org/drawingml/2006/main">
              <a:ext uri="{FF2B5EF4-FFF2-40B4-BE49-F238E27FC236}">
                <a16:creationId xmlns:a16="http://schemas.microsoft.com/office/drawing/2014/main" id="{933872FC-F117-44EF-8B77-0EDBBB4FED12}"/>
              </a:ext>
            </a:extLst>
          </p:cNvPr>
          <p:cNvSpPr>
            <a:spLocks xmlns:a="http://schemas.openxmlformats.org/drawingml/2006/main" noGrp="1"/>
          </p:cNvSpPr>
          <p:nvPr/>
        </p:nvSpPr>
        <p:spPr>
          <a:xfrm xmlns:a="http://schemas.openxmlformats.org/drawingml/2006/main">
            <a:off x="6286500" y="466725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Przeciążenie usługi</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lub nadmierne koszty.</a:t>
            </a:r>
          </a:p>
        </p:txBody>
      </p:sp>
    </p:spTree>
    <p:extLst>
      <p:ext uri="{BB962C8B-B14F-4D97-AF65-F5344CB8AC3E}">
        <p14:creationId xmlns:p14="http://schemas.microsoft.com/office/powerpoint/2010/main" val="914925478"/>
      </p:ext>
    </p:extLst>
  </p:cSld>
</p:sld>
</file>

<file path=ppt/slides/slide4.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57E0344-49DC-422D-8314-C2AEE98FBF66}"/>
              </a:ext>
            </a:extLst>
          </p:cNvPr>
          <p:cNvPicPr>
            <a:picLocks xmlns:a="http://schemas.openxmlformats.org/drawingml/2006/main" noChangeAspect="1"/>
          </p:cNvPicPr>
          <p:nvPr/>
        </p:nvPicPr>
        <p:blipFill>
          <a:blip xmlns:r="http://schemas.openxmlformats.org/officeDocument/2006/relationships" xmlns:a="http://schemas.openxmlformats.org/drawingml/2006/main" r:embed="R3ecb4ae239dd4f8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2DA70A-542A-4CB7-9066-E19F40AFB7C0}"/>
              </a:ext>
            </a:extLst>
          </p:cNvPr>
          <p:cNvSpPr>
            <a:spLocks xmlns:a="http://schemas.openxmlformats.org/drawingml/2006/main" noGrp="1"/>
          </p:cNvSpPr>
          <p:nvPr/>
        </p:nvSpPr>
        <p:spPr>
          <a:xfrm xmlns:a="http://schemas.openxmlformats.org/drawingml/2006/main">
            <a:off x="609600" y="495300"/>
            <a:ext cx="752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750" b="1">
                <a:solidFill>
                  <a:srgbClr val="F5F8F8"/>
                </a:solidFill>
                <a:latin typeface="Arial"/>
                <a:ea typeface="Arial"/>
                <a:cs typeface="Arial"/>
              </a:defRPr>
            </a:defPPr>
            <a:lvl1pPr>
              <a:defRPr sz="3750" b="1">
                <a:solidFill>
                  <a:srgbClr val="F5F8F8"/>
                </a:solidFill>
                <a:latin typeface="Arial"/>
                <a:ea typeface="Arial"/>
                <a:cs typeface="Arial"/>
              </a:defRPr>
            </a:lvl1pPr>
            <a:lvl2pPr>
              <a:defRPr sz="3750" b="1">
                <a:solidFill>
                  <a:srgbClr val="F5F8F8"/>
                </a:solidFill>
                <a:latin typeface="Arial"/>
                <a:ea typeface="Arial"/>
                <a:cs typeface="Arial"/>
              </a:defRPr>
            </a:lvl2pPr>
            <a:lvl3pPr>
              <a:defRPr sz="3750" b="1">
                <a:solidFill>
                  <a:srgbClr val="F5F8F8"/>
                </a:solidFill>
                <a:latin typeface="Arial"/>
                <a:ea typeface="Arial"/>
                <a:cs typeface="Arial"/>
              </a:defRPr>
            </a:lvl3pPr>
            <a:lvl4pPr>
              <a:defRPr sz="3750" b="1">
                <a:solidFill>
                  <a:srgbClr val="F5F8F8"/>
                </a:solidFill>
                <a:latin typeface="Arial"/>
                <a:ea typeface="Arial"/>
                <a:cs typeface="Arial"/>
              </a:defRPr>
            </a:lvl4pPr>
            <a:lvl5pPr>
              <a:defRPr sz="3750" b="1">
                <a:solidFill>
                  <a:srgbClr val="F5F8F8"/>
                </a:solidFill>
                <a:latin typeface="Arial"/>
                <a:ea typeface="Arial"/>
                <a:cs typeface="Arial"/>
              </a:defRPr>
            </a:lvl5pPr>
            <a:lvl6pPr>
              <a:defRPr sz="3750" b="1">
                <a:solidFill>
                  <a:srgbClr val="F5F8F8"/>
                </a:solidFill>
                <a:latin typeface="Arial"/>
                <a:ea typeface="Arial"/>
                <a:cs typeface="Arial"/>
              </a:defRPr>
            </a:lvl6pPr>
            <a:lvl7pPr>
              <a:defRPr sz="3750" b="1">
                <a:solidFill>
                  <a:srgbClr val="F5F8F8"/>
                </a:solidFill>
                <a:latin typeface="Arial"/>
                <a:ea typeface="Arial"/>
                <a:cs typeface="Arial"/>
              </a:defRPr>
            </a:lvl7pPr>
            <a:lvl8pPr>
              <a:defRPr sz="3750" b="1">
                <a:solidFill>
                  <a:srgbClr val="F5F8F8"/>
                </a:solidFill>
                <a:latin typeface="Arial"/>
                <a:ea typeface="Arial"/>
                <a:cs typeface="Arial"/>
              </a:defRPr>
            </a:lvl8pPr>
            <a:lvl9pPr>
              <a:defRPr sz="3750" b="1">
                <a:solidFill>
                  <a:srgbClr val="F5F8F8"/>
                </a:solidFill>
                <a:latin typeface="Arial"/>
                <a:ea typeface="Arial"/>
                <a:cs typeface="Arial"/>
              </a:defRPr>
            </a:lvl9pPr>
          </a:lstStyle>
          <a:p xmlns:a="http://schemas.openxmlformats.org/drawingml/2006/main">
            <a:pPr>
              <a:defRPr sz="3750" b="1">
                <a:solidFill>
                  <a:srgbClr val="F5F8F8"/>
                </a:solidFill>
                <a:latin typeface="Arial"/>
                <a:ea typeface="Arial"/>
                <a:cs typeface="Arial"/>
              </a:defRPr>
            </a:pPr>
            <a:r>
              <a:rPr sz="3750" b="1">
                <a:solidFill>
                  <a:srgbClr val="F5F8F8"/>
                </a:solidFill>
                <a:latin typeface="Arial"/>
                <a:ea typeface="Arial"/>
                <a:cs typeface="Arial"/>
              </a:rPr>
              <a:t>Tożsamość i uprawnienia</a:t>
            </a:r>
          </a:p>
        </p:txBody>
      </p:sp>
      <p:sp>
        <p:nvSpPr>
          <p:cNvPr id="3" name="">
            <a:extLst xmlns:a="http://schemas.openxmlformats.org/drawingml/2006/main">
              <a:ext uri="{FF2B5EF4-FFF2-40B4-BE49-F238E27FC236}">
                <a16:creationId xmlns:a16="http://schemas.microsoft.com/office/drawing/2014/main" id="{B234E2C4-6D66-4ABE-B8E9-B9639B5F14D0}"/>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32E8A6F-D6F3-4BE8-8707-484F3CA65599}"/>
              </a:ext>
            </a:extLst>
          </p:cNvPr>
          <p:cNvSpPr>
            <a:spLocks xmlns:a="http://schemas.openxmlformats.org/drawingml/2006/main" noGrp="1"/>
          </p:cNvSpPr>
          <p:nvPr/>
        </p:nvSpPr>
        <p:spPr>
          <a:xfrm xmlns:a="http://schemas.openxmlformats.org/drawingml/2006/main">
            <a:off x="628650" y="214312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59E4CB"/>
                </a:solidFill>
                <a:latin typeface="Arial"/>
                <a:ea typeface="Arial"/>
                <a:cs typeface="Arial"/>
              </a:defRPr>
            </a:defPPr>
            <a:lvl1pPr>
              <a:defRPr sz="2025" b="1">
                <a:solidFill>
                  <a:srgbClr val="59E4CB"/>
                </a:solidFill>
                <a:latin typeface="Arial"/>
                <a:ea typeface="Arial"/>
                <a:cs typeface="Arial"/>
              </a:defRPr>
            </a:lvl1pPr>
            <a:lvl2pPr>
              <a:defRPr sz="2025" b="1">
                <a:solidFill>
                  <a:srgbClr val="59E4CB"/>
                </a:solidFill>
                <a:latin typeface="Arial"/>
                <a:ea typeface="Arial"/>
                <a:cs typeface="Arial"/>
              </a:defRPr>
            </a:lvl2pPr>
            <a:lvl3pPr>
              <a:defRPr sz="2025" b="1">
                <a:solidFill>
                  <a:srgbClr val="59E4CB"/>
                </a:solidFill>
                <a:latin typeface="Arial"/>
                <a:ea typeface="Arial"/>
                <a:cs typeface="Arial"/>
              </a:defRPr>
            </a:lvl3pPr>
            <a:lvl4pPr>
              <a:defRPr sz="2025" b="1">
                <a:solidFill>
                  <a:srgbClr val="59E4CB"/>
                </a:solidFill>
                <a:latin typeface="Arial"/>
                <a:ea typeface="Arial"/>
                <a:cs typeface="Arial"/>
              </a:defRPr>
            </a:lvl4pPr>
            <a:lvl5pPr>
              <a:defRPr sz="2025" b="1">
                <a:solidFill>
                  <a:srgbClr val="59E4CB"/>
                </a:solidFill>
                <a:latin typeface="Arial"/>
                <a:ea typeface="Arial"/>
                <a:cs typeface="Arial"/>
              </a:defRPr>
            </a:lvl5pPr>
            <a:lvl6pPr>
              <a:defRPr sz="2025" b="1">
                <a:solidFill>
                  <a:srgbClr val="59E4CB"/>
                </a:solidFill>
                <a:latin typeface="Arial"/>
                <a:ea typeface="Arial"/>
                <a:cs typeface="Arial"/>
              </a:defRPr>
            </a:lvl6pPr>
            <a:lvl7pPr>
              <a:defRPr sz="2025" b="1">
                <a:solidFill>
                  <a:srgbClr val="59E4CB"/>
                </a:solidFill>
                <a:latin typeface="Arial"/>
                <a:ea typeface="Arial"/>
                <a:cs typeface="Arial"/>
              </a:defRPr>
            </a:lvl7pPr>
            <a:lvl8pPr>
              <a:defRPr sz="2025" b="1">
                <a:solidFill>
                  <a:srgbClr val="59E4CB"/>
                </a:solidFill>
                <a:latin typeface="Arial"/>
                <a:ea typeface="Arial"/>
                <a:cs typeface="Arial"/>
              </a:defRPr>
            </a:lvl8pPr>
            <a:lvl9pPr>
              <a:defRPr sz="2025" b="1">
                <a:solidFill>
                  <a:srgbClr val="59E4CB"/>
                </a:solidFill>
                <a:latin typeface="Arial"/>
                <a:ea typeface="Arial"/>
                <a:cs typeface="Arial"/>
              </a:defRPr>
            </a:lvl9pPr>
          </a:lstStyle>
          <a:p xmlns:a="http://schemas.openxmlformats.org/drawingml/2006/main">
            <a:pPr>
              <a:defRPr sz="2025" b="1">
                <a:solidFill>
                  <a:srgbClr val="59E4CB"/>
                </a:solidFill>
                <a:latin typeface="Arial"/>
                <a:ea typeface="Arial"/>
                <a:cs typeface="Arial"/>
              </a:defRPr>
            </a:pPr>
            <a:r>
              <a:rPr sz="2025" b="1">
                <a:solidFill>
                  <a:srgbClr val="59E4CB"/>
                </a:solidFill>
                <a:latin typeface="Arial"/>
                <a:ea typeface="Arial"/>
                <a:cs typeface="Arial"/>
              </a:rPr>
              <a:t>Uwierzytelnianie</a:t>
            </a:r>
          </a:p>
        </p:txBody>
      </p:sp>
      <p:sp>
        <p:nvSpPr>
          <p:cNvPr id="5" name="">
            <a:extLst xmlns:a="http://schemas.openxmlformats.org/drawingml/2006/main">
              <a:ext uri="{FF2B5EF4-FFF2-40B4-BE49-F238E27FC236}">
                <a16:creationId xmlns:a16="http://schemas.microsoft.com/office/drawing/2014/main" id="{AC490B7F-EBBC-44D9-9347-536D0D1C6C23}"/>
              </a:ext>
            </a:extLst>
          </p:cNvPr>
          <p:cNvSpPr>
            <a:spLocks xmlns:a="http://schemas.openxmlformats.org/drawingml/2006/main" noGrp="1"/>
          </p:cNvSpPr>
          <p:nvPr/>
        </p:nvSpPr>
        <p:spPr>
          <a:xfrm xmlns:a="http://schemas.openxmlformats.org/drawingml/2006/main">
            <a:off x="628650" y="2619375"/>
            <a:ext cx="7191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5F8F8"/>
                </a:solidFill>
                <a:latin typeface="Arial"/>
                <a:ea typeface="Arial"/>
                <a:cs typeface="Arial"/>
              </a:defRPr>
            </a:defPPr>
            <a:lvl1pPr>
              <a:defRPr sz="3450" b="1">
                <a:solidFill>
                  <a:srgbClr val="F5F8F8"/>
                </a:solidFill>
                <a:latin typeface="Arial"/>
                <a:ea typeface="Arial"/>
                <a:cs typeface="Arial"/>
              </a:defRPr>
            </a:lvl1pPr>
            <a:lvl2pPr>
              <a:defRPr sz="3450" b="1">
                <a:solidFill>
                  <a:srgbClr val="F5F8F8"/>
                </a:solidFill>
                <a:latin typeface="Arial"/>
                <a:ea typeface="Arial"/>
                <a:cs typeface="Arial"/>
              </a:defRPr>
            </a:lvl2pPr>
            <a:lvl3pPr>
              <a:defRPr sz="3450" b="1">
                <a:solidFill>
                  <a:srgbClr val="F5F8F8"/>
                </a:solidFill>
                <a:latin typeface="Arial"/>
                <a:ea typeface="Arial"/>
                <a:cs typeface="Arial"/>
              </a:defRPr>
            </a:lvl3pPr>
            <a:lvl4pPr>
              <a:defRPr sz="3450" b="1">
                <a:solidFill>
                  <a:srgbClr val="F5F8F8"/>
                </a:solidFill>
                <a:latin typeface="Arial"/>
                <a:ea typeface="Arial"/>
                <a:cs typeface="Arial"/>
              </a:defRPr>
            </a:lvl4pPr>
            <a:lvl5pPr>
              <a:defRPr sz="3450" b="1">
                <a:solidFill>
                  <a:srgbClr val="F5F8F8"/>
                </a:solidFill>
                <a:latin typeface="Arial"/>
                <a:ea typeface="Arial"/>
                <a:cs typeface="Arial"/>
              </a:defRPr>
            </a:lvl5pPr>
            <a:lvl6pPr>
              <a:defRPr sz="3450" b="1">
                <a:solidFill>
                  <a:srgbClr val="F5F8F8"/>
                </a:solidFill>
                <a:latin typeface="Arial"/>
                <a:ea typeface="Arial"/>
                <a:cs typeface="Arial"/>
              </a:defRPr>
            </a:lvl6pPr>
            <a:lvl7pPr>
              <a:defRPr sz="3450" b="1">
                <a:solidFill>
                  <a:srgbClr val="F5F8F8"/>
                </a:solidFill>
                <a:latin typeface="Arial"/>
                <a:ea typeface="Arial"/>
                <a:cs typeface="Arial"/>
              </a:defRPr>
            </a:lvl7pPr>
            <a:lvl8pPr>
              <a:defRPr sz="3450" b="1">
                <a:solidFill>
                  <a:srgbClr val="F5F8F8"/>
                </a:solidFill>
                <a:latin typeface="Arial"/>
                <a:ea typeface="Arial"/>
                <a:cs typeface="Arial"/>
              </a:defRPr>
            </a:lvl8pPr>
            <a:lvl9pPr>
              <a:defRPr sz="3450" b="1">
                <a:solidFill>
                  <a:srgbClr val="F5F8F8"/>
                </a:solidFill>
                <a:latin typeface="Arial"/>
                <a:ea typeface="Arial"/>
                <a:cs typeface="Arial"/>
              </a:defRPr>
            </a:lvl9pPr>
          </a:lstStyle>
          <a:p xmlns:a="http://schemas.openxmlformats.org/drawingml/2006/main">
            <a:pPr>
              <a:defRPr sz="3450" b="1">
                <a:solidFill>
                  <a:srgbClr val="F5F8F8"/>
                </a:solidFill>
                <a:latin typeface="Arial"/>
                <a:ea typeface="Arial"/>
                <a:cs typeface="Arial"/>
              </a:defRPr>
            </a:pPr>
            <a:r>
              <a:rPr sz="3450" b="1">
                <a:solidFill>
                  <a:srgbClr val="F5F8F8"/>
                </a:solidFill>
                <a:latin typeface="Arial"/>
                <a:ea typeface="Arial"/>
                <a:cs typeface="Arial"/>
              </a:rPr>
              <a:t>Weryfikacja tożsamości</a:t>
            </a:r>
          </a:p>
        </p:txBody>
      </p:sp>
      <p:sp>
        <p:nvSpPr>
          <p:cNvPr id="6" name="">
            <a:extLst xmlns:a="http://schemas.openxmlformats.org/drawingml/2006/main">
              <a:ext uri="{FF2B5EF4-FFF2-40B4-BE49-F238E27FC236}">
                <a16:creationId xmlns:a16="http://schemas.microsoft.com/office/drawing/2014/main" id="{C200E106-204A-4F0B-8827-6947618F78E8}"/>
              </a:ext>
            </a:extLst>
          </p:cNvPr>
          <p:cNvSpPr>
            <a:spLocks xmlns:a="http://schemas.openxmlformats.org/drawingml/2006/main" noGrp="1"/>
          </p:cNvSpPr>
          <p:nvPr/>
        </p:nvSpPr>
        <p:spPr>
          <a:xfrm xmlns:a="http://schemas.openxmlformats.org/drawingml/2006/main">
            <a:off x="628650" y="3762375"/>
            <a:ext cx="685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59E4CB"/>
                </a:solidFill>
                <a:latin typeface="Arial"/>
                <a:ea typeface="Arial"/>
                <a:cs typeface="Arial"/>
              </a:defRPr>
            </a:defPPr>
            <a:lvl1pPr>
              <a:defRPr sz="2025" b="1">
                <a:solidFill>
                  <a:srgbClr val="59E4CB"/>
                </a:solidFill>
                <a:latin typeface="Arial"/>
                <a:ea typeface="Arial"/>
                <a:cs typeface="Arial"/>
              </a:defRPr>
            </a:lvl1pPr>
            <a:lvl2pPr>
              <a:defRPr sz="2025" b="1">
                <a:solidFill>
                  <a:srgbClr val="59E4CB"/>
                </a:solidFill>
                <a:latin typeface="Arial"/>
                <a:ea typeface="Arial"/>
                <a:cs typeface="Arial"/>
              </a:defRPr>
            </a:lvl2pPr>
            <a:lvl3pPr>
              <a:defRPr sz="2025" b="1">
                <a:solidFill>
                  <a:srgbClr val="59E4CB"/>
                </a:solidFill>
                <a:latin typeface="Arial"/>
                <a:ea typeface="Arial"/>
                <a:cs typeface="Arial"/>
              </a:defRPr>
            </a:lvl3pPr>
            <a:lvl4pPr>
              <a:defRPr sz="2025" b="1">
                <a:solidFill>
                  <a:srgbClr val="59E4CB"/>
                </a:solidFill>
                <a:latin typeface="Arial"/>
                <a:ea typeface="Arial"/>
                <a:cs typeface="Arial"/>
              </a:defRPr>
            </a:lvl4pPr>
            <a:lvl5pPr>
              <a:defRPr sz="2025" b="1">
                <a:solidFill>
                  <a:srgbClr val="59E4CB"/>
                </a:solidFill>
                <a:latin typeface="Arial"/>
                <a:ea typeface="Arial"/>
                <a:cs typeface="Arial"/>
              </a:defRPr>
            </a:lvl5pPr>
            <a:lvl6pPr>
              <a:defRPr sz="2025" b="1">
                <a:solidFill>
                  <a:srgbClr val="59E4CB"/>
                </a:solidFill>
                <a:latin typeface="Arial"/>
                <a:ea typeface="Arial"/>
                <a:cs typeface="Arial"/>
              </a:defRPr>
            </a:lvl6pPr>
            <a:lvl7pPr>
              <a:defRPr sz="2025" b="1">
                <a:solidFill>
                  <a:srgbClr val="59E4CB"/>
                </a:solidFill>
                <a:latin typeface="Arial"/>
                <a:ea typeface="Arial"/>
                <a:cs typeface="Arial"/>
              </a:defRPr>
            </a:lvl7pPr>
            <a:lvl8pPr>
              <a:defRPr sz="2025" b="1">
                <a:solidFill>
                  <a:srgbClr val="59E4CB"/>
                </a:solidFill>
                <a:latin typeface="Arial"/>
                <a:ea typeface="Arial"/>
                <a:cs typeface="Arial"/>
              </a:defRPr>
            </a:lvl8pPr>
            <a:lvl9pPr>
              <a:defRPr sz="2025" b="1">
                <a:solidFill>
                  <a:srgbClr val="59E4CB"/>
                </a:solidFill>
                <a:latin typeface="Arial"/>
                <a:ea typeface="Arial"/>
                <a:cs typeface="Arial"/>
              </a:defRPr>
            </a:lvl9pPr>
          </a:lstStyle>
          <a:p xmlns:a="http://schemas.openxmlformats.org/drawingml/2006/main">
            <a:pPr>
              <a:defRPr sz="2025" b="1">
                <a:solidFill>
                  <a:srgbClr val="59E4CB"/>
                </a:solidFill>
                <a:latin typeface="Arial"/>
                <a:ea typeface="Arial"/>
                <a:cs typeface="Arial"/>
              </a:defRPr>
            </a:pPr>
            <a:r>
              <a:rPr sz="2025" b="1">
                <a:solidFill>
                  <a:srgbClr val="59E4CB"/>
                </a:solidFill>
                <a:latin typeface="Arial"/>
                <a:ea typeface="Arial"/>
                <a:cs typeface="Arial"/>
              </a:rPr>
              <a:t>Autoryzacja</a:t>
            </a:r>
          </a:p>
        </p:txBody>
      </p:sp>
      <p:sp>
        <p:nvSpPr>
          <p:cNvPr id="7" name="">
            <a:extLst xmlns:a="http://schemas.openxmlformats.org/drawingml/2006/main">
              <a:ext uri="{FF2B5EF4-FFF2-40B4-BE49-F238E27FC236}">
                <a16:creationId xmlns:a16="http://schemas.microsoft.com/office/drawing/2014/main" id="{7B4BBB96-85B0-4839-8D03-96C5C16D9C94}"/>
              </a:ext>
            </a:extLst>
          </p:cNvPr>
          <p:cNvSpPr>
            <a:spLocks xmlns:a="http://schemas.openxmlformats.org/drawingml/2006/main" noGrp="1"/>
          </p:cNvSpPr>
          <p:nvPr/>
        </p:nvSpPr>
        <p:spPr>
          <a:xfrm xmlns:a="http://schemas.openxmlformats.org/drawingml/2006/main">
            <a:off x="628650" y="4238625"/>
            <a:ext cx="7191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5F8F8"/>
                </a:solidFill>
                <a:latin typeface="Arial"/>
                <a:ea typeface="Arial"/>
                <a:cs typeface="Arial"/>
              </a:defRPr>
            </a:defPPr>
            <a:lvl1pPr>
              <a:defRPr sz="3450" b="1">
                <a:solidFill>
                  <a:srgbClr val="F5F8F8"/>
                </a:solidFill>
                <a:latin typeface="Arial"/>
                <a:ea typeface="Arial"/>
                <a:cs typeface="Arial"/>
              </a:defRPr>
            </a:lvl1pPr>
            <a:lvl2pPr>
              <a:defRPr sz="3450" b="1">
                <a:solidFill>
                  <a:srgbClr val="F5F8F8"/>
                </a:solidFill>
                <a:latin typeface="Arial"/>
                <a:ea typeface="Arial"/>
                <a:cs typeface="Arial"/>
              </a:defRPr>
            </a:lvl2pPr>
            <a:lvl3pPr>
              <a:defRPr sz="3450" b="1">
                <a:solidFill>
                  <a:srgbClr val="F5F8F8"/>
                </a:solidFill>
                <a:latin typeface="Arial"/>
                <a:ea typeface="Arial"/>
                <a:cs typeface="Arial"/>
              </a:defRPr>
            </a:lvl3pPr>
            <a:lvl4pPr>
              <a:defRPr sz="3450" b="1">
                <a:solidFill>
                  <a:srgbClr val="F5F8F8"/>
                </a:solidFill>
                <a:latin typeface="Arial"/>
                <a:ea typeface="Arial"/>
                <a:cs typeface="Arial"/>
              </a:defRPr>
            </a:lvl4pPr>
            <a:lvl5pPr>
              <a:defRPr sz="3450" b="1">
                <a:solidFill>
                  <a:srgbClr val="F5F8F8"/>
                </a:solidFill>
                <a:latin typeface="Arial"/>
                <a:ea typeface="Arial"/>
                <a:cs typeface="Arial"/>
              </a:defRPr>
            </a:lvl5pPr>
            <a:lvl6pPr>
              <a:defRPr sz="3450" b="1">
                <a:solidFill>
                  <a:srgbClr val="F5F8F8"/>
                </a:solidFill>
                <a:latin typeface="Arial"/>
                <a:ea typeface="Arial"/>
                <a:cs typeface="Arial"/>
              </a:defRPr>
            </a:lvl6pPr>
            <a:lvl7pPr>
              <a:defRPr sz="3450" b="1">
                <a:solidFill>
                  <a:srgbClr val="F5F8F8"/>
                </a:solidFill>
                <a:latin typeface="Arial"/>
                <a:ea typeface="Arial"/>
                <a:cs typeface="Arial"/>
              </a:defRPr>
            </a:lvl7pPr>
            <a:lvl8pPr>
              <a:defRPr sz="3450" b="1">
                <a:solidFill>
                  <a:srgbClr val="F5F8F8"/>
                </a:solidFill>
                <a:latin typeface="Arial"/>
                <a:ea typeface="Arial"/>
                <a:cs typeface="Arial"/>
              </a:defRPr>
            </a:lvl8pPr>
            <a:lvl9pPr>
              <a:defRPr sz="3450" b="1">
                <a:solidFill>
                  <a:srgbClr val="F5F8F8"/>
                </a:solidFill>
                <a:latin typeface="Arial"/>
                <a:ea typeface="Arial"/>
                <a:cs typeface="Arial"/>
              </a:defRPr>
            </a:lvl9pPr>
          </a:lstStyle>
          <a:p xmlns:a="http://schemas.openxmlformats.org/drawingml/2006/main">
            <a:pPr>
              <a:defRPr sz="3450" b="1">
                <a:solidFill>
                  <a:srgbClr val="F5F8F8"/>
                </a:solidFill>
                <a:latin typeface="Arial"/>
                <a:ea typeface="Arial"/>
                <a:cs typeface="Arial"/>
              </a:defRPr>
            </a:pPr>
            <a:r>
              <a:rPr sz="3450" b="1">
                <a:solidFill>
                  <a:srgbClr val="F5F8F8"/>
                </a:solidFill>
                <a:latin typeface="Arial"/>
                <a:ea typeface="Arial"/>
                <a:cs typeface="Arial"/>
              </a:rPr>
              <a:t>Kontrola uprawnień</a:t>
            </a:r>
          </a:p>
        </p:txBody>
      </p:sp>
      <p:sp>
        <p:nvSpPr>
          <p:cNvPr id="8" name="">
            <a:extLst xmlns:a="http://schemas.openxmlformats.org/drawingml/2006/main">
              <a:ext uri="{FF2B5EF4-FFF2-40B4-BE49-F238E27FC236}">
                <a16:creationId xmlns:a16="http://schemas.microsoft.com/office/drawing/2014/main" id="{4E407F59-87F5-420C-BD0A-5C7F9E78666D}"/>
              </a:ext>
            </a:extLst>
          </p:cNvPr>
          <p:cNvSpPr>
            <a:spLocks xmlns:a="http://schemas.openxmlformats.org/drawingml/2006/main" noGrp="1"/>
          </p:cNvSpPr>
          <p:nvPr/>
        </p:nvSpPr>
        <p:spPr>
          <a:xfrm xmlns:a="http://schemas.openxmlformats.org/drawingml/2006/main">
            <a:off x="628650" y="5743575"/>
            <a:ext cx="714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A1BCC5"/>
                </a:solidFill>
                <a:latin typeface="Arial"/>
                <a:ea typeface="Arial"/>
                <a:cs typeface="Arial"/>
              </a:defRPr>
            </a:defPPr>
            <a:lvl1pPr>
              <a:defRPr sz="1725" b="0">
                <a:solidFill>
                  <a:srgbClr val="A1BCC5"/>
                </a:solidFill>
                <a:latin typeface="Arial"/>
                <a:ea typeface="Arial"/>
                <a:cs typeface="Arial"/>
              </a:defRPr>
            </a:lvl1pPr>
            <a:lvl2pPr>
              <a:defRPr sz="1725" b="0">
                <a:solidFill>
                  <a:srgbClr val="A1BCC5"/>
                </a:solidFill>
                <a:latin typeface="Arial"/>
                <a:ea typeface="Arial"/>
                <a:cs typeface="Arial"/>
              </a:defRPr>
            </a:lvl2pPr>
            <a:lvl3pPr>
              <a:defRPr sz="1725" b="0">
                <a:solidFill>
                  <a:srgbClr val="A1BCC5"/>
                </a:solidFill>
                <a:latin typeface="Arial"/>
                <a:ea typeface="Arial"/>
                <a:cs typeface="Arial"/>
              </a:defRPr>
            </a:lvl3pPr>
            <a:lvl4pPr>
              <a:defRPr sz="1725" b="0">
                <a:solidFill>
                  <a:srgbClr val="A1BCC5"/>
                </a:solidFill>
                <a:latin typeface="Arial"/>
                <a:ea typeface="Arial"/>
                <a:cs typeface="Arial"/>
              </a:defRPr>
            </a:lvl4pPr>
            <a:lvl5pPr>
              <a:defRPr sz="1725" b="0">
                <a:solidFill>
                  <a:srgbClr val="A1BCC5"/>
                </a:solidFill>
                <a:latin typeface="Arial"/>
                <a:ea typeface="Arial"/>
                <a:cs typeface="Arial"/>
              </a:defRPr>
            </a:lvl5pPr>
            <a:lvl6pPr>
              <a:defRPr sz="1725" b="0">
                <a:solidFill>
                  <a:srgbClr val="A1BCC5"/>
                </a:solidFill>
                <a:latin typeface="Arial"/>
                <a:ea typeface="Arial"/>
                <a:cs typeface="Arial"/>
              </a:defRPr>
            </a:lvl6pPr>
            <a:lvl7pPr>
              <a:defRPr sz="1725" b="0">
                <a:solidFill>
                  <a:srgbClr val="A1BCC5"/>
                </a:solidFill>
                <a:latin typeface="Arial"/>
                <a:ea typeface="Arial"/>
                <a:cs typeface="Arial"/>
              </a:defRPr>
            </a:lvl7pPr>
            <a:lvl8pPr>
              <a:defRPr sz="1725" b="0">
                <a:solidFill>
                  <a:srgbClr val="A1BCC5"/>
                </a:solidFill>
                <a:latin typeface="Arial"/>
                <a:ea typeface="Arial"/>
                <a:cs typeface="Arial"/>
              </a:defRPr>
            </a:lvl8pPr>
            <a:lvl9pPr>
              <a:defRPr sz="1725" b="0">
                <a:solidFill>
                  <a:srgbClr val="A1BCC5"/>
                </a:solidFill>
                <a:latin typeface="Arial"/>
                <a:ea typeface="Arial"/>
                <a:cs typeface="Arial"/>
              </a:defRPr>
            </a:lvl9pPr>
          </a:lstStyle>
          <a:p xmlns:a="http://schemas.openxmlformats.org/drawingml/2006/main">
            <a:pPr>
              <a:defRPr sz="1725" b="0">
                <a:solidFill>
                  <a:srgbClr val="A1BCC5"/>
                </a:solidFill>
                <a:latin typeface="Arial"/>
                <a:ea typeface="Arial"/>
                <a:cs typeface="Arial"/>
              </a:defRPr>
            </a:pPr>
            <a:r>
              <a:rPr sz="1725" b="0">
                <a:solidFill>
                  <a:srgbClr val="A1BCC5"/>
                </a:solidFill>
                <a:latin typeface="Arial"/>
                <a:ea typeface="Arial"/>
                <a:cs typeface="Arial"/>
              </a:rPr>
              <a:t>Serwer sprawdza uprawnienia do konkretnego zasobu.</a:t>
            </a:r>
          </a:p>
        </p:txBody>
      </p:sp>
    </p:spTree>
    <p:extLst>
      <p:ext uri="{BB962C8B-B14F-4D97-AF65-F5344CB8AC3E}">
        <p14:creationId xmlns:p14="http://schemas.microsoft.com/office/powerpoint/2010/main" val="582205436"/>
      </p:ext>
    </p:extLst>
  </p:cSld>
</p:sld>
</file>

<file path=ppt/slides/slide5.xml><?xml version="1.0" encoding="utf-8"?>
<p:sld xmlns:p="http://schemas.openxmlformats.org/presentationml/2006/main">
  <p:cSld>
    <p:bg>
      <p:bgPr>
        <a:solidFill xmlns:a="http://schemas.openxmlformats.org/drawingml/2006/main">
          <a:srgbClr val="F3F6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8FEF179-41EE-43C0-BAE3-4CC17A8D35AD}"/>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102C3B"/>
                </a:solidFill>
                <a:latin typeface="Arial"/>
                <a:ea typeface="Arial"/>
                <a:cs typeface="Arial"/>
              </a:defRPr>
            </a:defPPr>
            <a:lvl1pPr>
              <a:defRPr sz="4350" b="1">
                <a:solidFill>
                  <a:srgbClr val="102C3B"/>
                </a:solidFill>
                <a:latin typeface="Arial"/>
                <a:ea typeface="Arial"/>
                <a:cs typeface="Arial"/>
              </a:defRPr>
            </a:lvl1pPr>
            <a:lvl2pPr>
              <a:defRPr sz="4350" b="1">
                <a:solidFill>
                  <a:srgbClr val="102C3B"/>
                </a:solidFill>
                <a:latin typeface="Arial"/>
                <a:ea typeface="Arial"/>
                <a:cs typeface="Arial"/>
              </a:defRPr>
            </a:lvl2pPr>
            <a:lvl3pPr>
              <a:defRPr sz="4350" b="1">
                <a:solidFill>
                  <a:srgbClr val="102C3B"/>
                </a:solidFill>
                <a:latin typeface="Arial"/>
                <a:ea typeface="Arial"/>
                <a:cs typeface="Arial"/>
              </a:defRPr>
            </a:lvl3pPr>
            <a:lvl4pPr>
              <a:defRPr sz="4350" b="1">
                <a:solidFill>
                  <a:srgbClr val="102C3B"/>
                </a:solidFill>
                <a:latin typeface="Arial"/>
                <a:ea typeface="Arial"/>
                <a:cs typeface="Arial"/>
              </a:defRPr>
            </a:lvl4pPr>
            <a:lvl5pPr>
              <a:defRPr sz="4350" b="1">
                <a:solidFill>
                  <a:srgbClr val="102C3B"/>
                </a:solidFill>
                <a:latin typeface="Arial"/>
                <a:ea typeface="Arial"/>
                <a:cs typeface="Arial"/>
              </a:defRPr>
            </a:lvl5pPr>
            <a:lvl6pPr>
              <a:defRPr sz="4350" b="1">
                <a:solidFill>
                  <a:srgbClr val="102C3B"/>
                </a:solidFill>
                <a:latin typeface="Arial"/>
                <a:ea typeface="Arial"/>
                <a:cs typeface="Arial"/>
              </a:defRPr>
            </a:lvl6pPr>
            <a:lvl7pPr>
              <a:defRPr sz="4350" b="1">
                <a:solidFill>
                  <a:srgbClr val="102C3B"/>
                </a:solidFill>
                <a:latin typeface="Arial"/>
                <a:ea typeface="Arial"/>
                <a:cs typeface="Arial"/>
              </a:defRPr>
            </a:lvl7pPr>
            <a:lvl8pPr>
              <a:defRPr sz="4350" b="1">
                <a:solidFill>
                  <a:srgbClr val="102C3B"/>
                </a:solidFill>
                <a:latin typeface="Arial"/>
                <a:ea typeface="Arial"/>
                <a:cs typeface="Arial"/>
              </a:defRPr>
            </a:lvl8pPr>
            <a:lvl9pPr>
              <a:defRPr sz="4350" b="1">
                <a:solidFill>
                  <a:srgbClr val="102C3B"/>
                </a:solidFill>
                <a:latin typeface="Arial"/>
                <a:ea typeface="Arial"/>
                <a:cs typeface="Arial"/>
              </a:defRPr>
            </a:lvl9pPr>
          </a:lstStyle>
          <a:p xmlns:a="http://schemas.openxmlformats.org/drawingml/2006/main">
            <a:pPr>
              <a:defRPr sz="4350" b="1">
                <a:solidFill>
                  <a:srgbClr val="102C3B"/>
                </a:solidFill>
                <a:latin typeface="Arial"/>
                <a:ea typeface="Arial"/>
                <a:cs typeface="Arial"/>
              </a:defRPr>
            </a:pPr>
            <a:r>
              <a:rPr sz="4350" b="1">
                <a:solidFill>
                  <a:srgbClr val="102C3B"/>
                </a:solidFill>
                <a:latin typeface="Arial"/>
                <a:ea typeface="Arial"/>
                <a:cs typeface="Arial"/>
              </a:rPr>
              <a:t>Mapa ryzyk OWASP</a:t>
            </a:r>
          </a:p>
        </p:txBody>
      </p:sp>
      <p:sp>
        <p:nvSpPr>
          <p:cNvPr id="2" name="">
            <a:extLst xmlns:a="http://schemas.openxmlformats.org/drawingml/2006/main">
              <a:ext uri="{FF2B5EF4-FFF2-40B4-BE49-F238E27FC236}">
                <a16:creationId xmlns:a16="http://schemas.microsoft.com/office/drawing/2014/main" id="{8AF086FF-34BD-4AEE-972D-A1A9A21471C2}"/>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E7B"/>
                </a:solidFill>
                <a:latin typeface="Arial"/>
                <a:ea typeface="Arial"/>
                <a:cs typeface="Arial"/>
              </a:defRPr>
            </a:defPPr>
            <a:lvl1pPr>
              <a:defRPr sz="1350" b="0">
                <a:solidFill>
                  <a:srgbClr val="526E7B"/>
                </a:solidFill>
                <a:latin typeface="Arial"/>
                <a:ea typeface="Arial"/>
                <a:cs typeface="Arial"/>
              </a:defRPr>
            </a:lvl1pPr>
            <a:lvl2pPr>
              <a:defRPr sz="1350" b="0">
                <a:solidFill>
                  <a:srgbClr val="526E7B"/>
                </a:solidFill>
                <a:latin typeface="Arial"/>
                <a:ea typeface="Arial"/>
                <a:cs typeface="Arial"/>
              </a:defRPr>
            </a:lvl2pPr>
            <a:lvl3pPr>
              <a:defRPr sz="1350" b="0">
                <a:solidFill>
                  <a:srgbClr val="526E7B"/>
                </a:solidFill>
                <a:latin typeface="Arial"/>
                <a:ea typeface="Arial"/>
                <a:cs typeface="Arial"/>
              </a:defRPr>
            </a:lvl3pPr>
            <a:lvl4pPr>
              <a:defRPr sz="1350" b="0">
                <a:solidFill>
                  <a:srgbClr val="526E7B"/>
                </a:solidFill>
                <a:latin typeface="Arial"/>
                <a:ea typeface="Arial"/>
                <a:cs typeface="Arial"/>
              </a:defRPr>
            </a:lvl4pPr>
            <a:lvl5pPr>
              <a:defRPr sz="1350" b="0">
                <a:solidFill>
                  <a:srgbClr val="526E7B"/>
                </a:solidFill>
                <a:latin typeface="Arial"/>
                <a:ea typeface="Arial"/>
                <a:cs typeface="Arial"/>
              </a:defRPr>
            </a:lvl5pPr>
            <a:lvl6pPr>
              <a:defRPr sz="1350" b="0">
                <a:solidFill>
                  <a:srgbClr val="526E7B"/>
                </a:solidFill>
                <a:latin typeface="Arial"/>
                <a:ea typeface="Arial"/>
                <a:cs typeface="Arial"/>
              </a:defRPr>
            </a:lvl6pPr>
            <a:lvl7pPr>
              <a:defRPr sz="1350" b="0">
                <a:solidFill>
                  <a:srgbClr val="526E7B"/>
                </a:solidFill>
                <a:latin typeface="Arial"/>
                <a:ea typeface="Arial"/>
                <a:cs typeface="Arial"/>
              </a:defRPr>
            </a:lvl7pPr>
            <a:lvl8pPr>
              <a:defRPr sz="1350" b="0">
                <a:solidFill>
                  <a:srgbClr val="526E7B"/>
                </a:solidFill>
                <a:latin typeface="Arial"/>
                <a:ea typeface="Arial"/>
                <a:cs typeface="Arial"/>
              </a:defRPr>
            </a:lvl8pPr>
            <a:lvl9pPr>
              <a:defRPr sz="1350" b="0">
                <a:solidFill>
                  <a:srgbClr val="526E7B"/>
                </a:solidFill>
                <a:latin typeface="Arial"/>
                <a:ea typeface="Arial"/>
                <a:cs typeface="Arial"/>
              </a:defRPr>
            </a:lvl9pPr>
          </a:lstStyle>
          <a:p xmlns:a="http://schemas.openxmlformats.org/drawingml/2006/main">
            <a:pPr>
              <a:defRPr sz="1350" b="0">
                <a:solidFill>
                  <a:srgbClr val="526E7B"/>
                </a:solidFill>
                <a:latin typeface="Arial"/>
                <a:ea typeface="Arial"/>
                <a:cs typeface="Arial"/>
              </a:defRPr>
            </a:pPr>
            <a:r>
              <a:rPr sz="1350" b="0">
                <a:solidFill>
                  <a:srgbClr val="526E7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7D55582-F5B2-4043-B0C2-05397E5936E1}"/>
              </a:ext>
            </a:extLst>
          </p:cNvPr>
          <p:cNvSpPr>
            <a:spLocks xmlns:a="http://schemas.openxmlformats.org/drawingml/2006/main" noGrp="1"/>
          </p:cNvSpPr>
          <p:nvPr/>
        </p:nvSpPr>
        <p:spPr>
          <a:xfrm xmlns:a="http://schemas.openxmlformats.org/drawingml/2006/main">
            <a:off x="628650" y="2095500"/>
            <a:ext cx="895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007C79"/>
                </a:solidFill>
                <a:latin typeface="Arial"/>
                <a:ea typeface="Arial"/>
                <a:cs typeface="Arial"/>
              </a:defRPr>
            </a:defPPr>
            <a:lvl1pPr>
              <a:defRPr sz="3900" b="1">
                <a:solidFill>
                  <a:srgbClr val="007C79"/>
                </a:solidFill>
                <a:latin typeface="Arial"/>
                <a:ea typeface="Arial"/>
                <a:cs typeface="Arial"/>
              </a:defRPr>
            </a:lvl1pPr>
            <a:lvl2pPr>
              <a:defRPr sz="3900" b="1">
                <a:solidFill>
                  <a:srgbClr val="007C79"/>
                </a:solidFill>
                <a:latin typeface="Arial"/>
                <a:ea typeface="Arial"/>
                <a:cs typeface="Arial"/>
              </a:defRPr>
            </a:lvl2pPr>
            <a:lvl3pPr>
              <a:defRPr sz="3900" b="1">
                <a:solidFill>
                  <a:srgbClr val="007C79"/>
                </a:solidFill>
                <a:latin typeface="Arial"/>
                <a:ea typeface="Arial"/>
                <a:cs typeface="Arial"/>
              </a:defRPr>
            </a:lvl3pPr>
            <a:lvl4pPr>
              <a:defRPr sz="3900" b="1">
                <a:solidFill>
                  <a:srgbClr val="007C79"/>
                </a:solidFill>
                <a:latin typeface="Arial"/>
                <a:ea typeface="Arial"/>
                <a:cs typeface="Arial"/>
              </a:defRPr>
            </a:lvl4pPr>
            <a:lvl5pPr>
              <a:defRPr sz="3900" b="1">
                <a:solidFill>
                  <a:srgbClr val="007C79"/>
                </a:solidFill>
                <a:latin typeface="Arial"/>
                <a:ea typeface="Arial"/>
                <a:cs typeface="Arial"/>
              </a:defRPr>
            </a:lvl5pPr>
            <a:lvl6pPr>
              <a:defRPr sz="3900" b="1">
                <a:solidFill>
                  <a:srgbClr val="007C79"/>
                </a:solidFill>
                <a:latin typeface="Arial"/>
                <a:ea typeface="Arial"/>
                <a:cs typeface="Arial"/>
              </a:defRPr>
            </a:lvl6pPr>
            <a:lvl7pPr>
              <a:defRPr sz="3900" b="1">
                <a:solidFill>
                  <a:srgbClr val="007C79"/>
                </a:solidFill>
                <a:latin typeface="Arial"/>
                <a:ea typeface="Arial"/>
                <a:cs typeface="Arial"/>
              </a:defRPr>
            </a:lvl7pPr>
            <a:lvl8pPr>
              <a:defRPr sz="3900" b="1">
                <a:solidFill>
                  <a:srgbClr val="007C79"/>
                </a:solidFill>
                <a:latin typeface="Arial"/>
                <a:ea typeface="Arial"/>
                <a:cs typeface="Arial"/>
              </a:defRPr>
            </a:lvl8pPr>
            <a:lvl9pPr>
              <a:defRPr sz="3900" b="1">
                <a:solidFill>
                  <a:srgbClr val="007C79"/>
                </a:solidFill>
                <a:latin typeface="Arial"/>
                <a:ea typeface="Arial"/>
                <a:cs typeface="Arial"/>
              </a:defRPr>
            </a:lvl9pPr>
          </a:lstStyle>
          <a:p xmlns:a="http://schemas.openxmlformats.org/drawingml/2006/main">
            <a:pPr>
              <a:defRPr sz="3900" b="1">
                <a:solidFill>
                  <a:srgbClr val="007C79"/>
                </a:solidFill>
                <a:latin typeface="Arial"/>
                <a:ea typeface="Arial"/>
                <a:cs typeface="Arial"/>
              </a:defRPr>
            </a:pPr>
            <a:r>
              <a:rPr sz="3900" b="1">
                <a:solidFill>
                  <a:srgbClr val="007C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19091C4-702A-4BD2-8C13-5DE42752A600}"/>
              </a:ext>
            </a:extLst>
          </p:cNvPr>
          <p:cNvSpPr>
            <a:spLocks xmlns:a="http://schemas.openxmlformats.org/drawingml/2006/main" noGrp="1"/>
          </p:cNvSpPr>
          <p:nvPr/>
        </p:nvSpPr>
        <p:spPr>
          <a:xfrm xmlns:a="http://schemas.openxmlformats.org/drawingml/2006/main">
            <a:off x="1676400" y="2105025"/>
            <a:ext cx="423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02C3B"/>
                </a:solidFill>
                <a:latin typeface="Arial"/>
                <a:ea typeface="Arial"/>
                <a:cs typeface="Arial"/>
              </a:defRPr>
            </a:defPPr>
            <a:lvl1pPr>
              <a:defRPr sz="2250" b="1">
                <a:solidFill>
                  <a:srgbClr val="102C3B"/>
                </a:solidFill>
                <a:latin typeface="Arial"/>
                <a:ea typeface="Arial"/>
                <a:cs typeface="Arial"/>
              </a:defRPr>
            </a:lvl1pPr>
            <a:lvl2pPr>
              <a:defRPr sz="2250" b="1">
                <a:solidFill>
                  <a:srgbClr val="102C3B"/>
                </a:solidFill>
                <a:latin typeface="Arial"/>
                <a:ea typeface="Arial"/>
                <a:cs typeface="Arial"/>
              </a:defRPr>
            </a:lvl2pPr>
            <a:lvl3pPr>
              <a:defRPr sz="2250" b="1">
                <a:solidFill>
                  <a:srgbClr val="102C3B"/>
                </a:solidFill>
                <a:latin typeface="Arial"/>
                <a:ea typeface="Arial"/>
                <a:cs typeface="Arial"/>
              </a:defRPr>
            </a:lvl3pPr>
            <a:lvl4pPr>
              <a:defRPr sz="2250" b="1">
                <a:solidFill>
                  <a:srgbClr val="102C3B"/>
                </a:solidFill>
                <a:latin typeface="Arial"/>
                <a:ea typeface="Arial"/>
                <a:cs typeface="Arial"/>
              </a:defRPr>
            </a:lvl4pPr>
            <a:lvl5pPr>
              <a:defRPr sz="2250" b="1">
                <a:solidFill>
                  <a:srgbClr val="102C3B"/>
                </a:solidFill>
                <a:latin typeface="Arial"/>
                <a:ea typeface="Arial"/>
                <a:cs typeface="Arial"/>
              </a:defRPr>
            </a:lvl5pPr>
            <a:lvl6pPr>
              <a:defRPr sz="2250" b="1">
                <a:solidFill>
                  <a:srgbClr val="102C3B"/>
                </a:solidFill>
                <a:latin typeface="Arial"/>
                <a:ea typeface="Arial"/>
                <a:cs typeface="Arial"/>
              </a:defRPr>
            </a:lvl6pPr>
            <a:lvl7pPr>
              <a:defRPr sz="2250" b="1">
                <a:solidFill>
                  <a:srgbClr val="102C3B"/>
                </a:solidFill>
                <a:latin typeface="Arial"/>
                <a:ea typeface="Arial"/>
                <a:cs typeface="Arial"/>
              </a:defRPr>
            </a:lvl7pPr>
            <a:lvl8pPr>
              <a:defRPr sz="2250" b="1">
                <a:solidFill>
                  <a:srgbClr val="102C3B"/>
                </a:solidFill>
                <a:latin typeface="Arial"/>
                <a:ea typeface="Arial"/>
                <a:cs typeface="Arial"/>
              </a:defRPr>
            </a:lvl8pPr>
            <a:lvl9pPr>
              <a:defRPr sz="2250" b="1">
                <a:solidFill>
                  <a:srgbClr val="102C3B"/>
                </a:solidFill>
                <a:latin typeface="Arial"/>
                <a:ea typeface="Arial"/>
                <a:cs typeface="Arial"/>
              </a:defRPr>
            </a:lvl9pPr>
          </a:lstStyle>
          <a:p xmlns:a="http://schemas.openxmlformats.org/drawingml/2006/main">
            <a:pPr>
              <a:defRPr sz="2250" b="1">
                <a:solidFill>
                  <a:srgbClr val="102C3B"/>
                </a:solidFill>
                <a:latin typeface="Arial"/>
                <a:ea typeface="Arial"/>
                <a:cs typeface="Arial"/>
              </a:defRPr>
            </a:pPr>
            <a:r>
              <a:rPr sz="2250" b="1">
                <a:solidFill>
                  <a:srgbClr val="102C3B"/>
                </a:solidFill>
                <a:latin typeface="Arial"/>
                <a:ea typeface="Arial"/>
                <a:cs typeface="Arial"/>
              </a:rPr>
              <a:t>Tożsamość i dostęp</a:t>
            </a:r>
          </a:p>
        </p:txBody>
      </p:sp>
      <p:sp>
        <p:nvSpPr>
          <p:cNvPr id="5" name="">
            <a:extLst xmlns:a="http://schemas.openxmlformats.org/drawingml/2006/main">
              <a:ext uri="{FF2B5EF4-FFF2-40B4-BE49-F238E27FC236}">
                <a16:creationId xmlns:a16="http://schemas.microsoft.com/office/drawing/2014/main" id="{EDECE4CF-315E-4F33-B905-577C1431195E}"/>
              </a:ext>
            </a:extLst>
          </p:cNvPr>
          <p:cNvSpPr>
            <a:spLocks xmlns:a="http://schemas.openxmlformats.org/drawingml/2006/main" noGrp="1"/>
          </p:cNvSpPr>
          <p:nvPr/>
        </p:nvSpPr>
        <p:spPr>
          <a:xfrm xmlns:a="http://schemas.openxmlformats.org/drawingml/2006/main">
            <a:off x="1676400" y="2657475"/>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7C79"/>
                </a:solidFill>
                <a:latin typeface="Arial"/>
                <a:ea typeface="Arial"/>
                <a:cs typeface="Arial"/>
              </a:defRPr>
            </a:defPPr>
            <a:lvl1pPr>
              <a:defRPr sz="1725" b="1">
                <a:solidFill>
                  <a:srgbClr val="007C79"/>
                </a:solidFill>
                <a:latin typeface="Arial"/>
                <a:ea typeface="Arial"/>
                <a:cs typeface="Arial"/>
              </a:defRPr>
            </a:lvl1pPr>
            <a:lvl2pPr>
              <a:defRPr sz="1725" b="1">
                <a:solidFill>
                  <a:srgbClr val="007C79"/>
                </a:solidFill>
                <a:latin typeface="Arial"/>
                <a:ea typeface="Arial"/>
                <a:cs typeface="Arial"/>
              </a:defRPr>
            </a:lvl2pPr>
            <a:lvl3pPr>
              <a:defRPr sz="1725" b="1">
                <a:solidFill>
                  <a:srgbClr val="007C79"/>
                </a:solidFill>
                <a:latin typeface="Arial"/>
                <a:ea typeface="Arial"/>
                <a:cs typeface="Arial"/>
              </a:defRPr>
            </a:lvl3pPr>
            <a:lvl4pPr>
              <a:defRPr sz="1725" b="1">
                <a:solidFill>
                  <a:srgbClr val="007C79"/>
                </a:solidFill>
                <a:latin typeface="Arial"/>
                <a:ea typeface="Arial"/>
                <a:cs typeface="Arial"/>
              </a:defRPr>
            </a:lvl4pPr>
            <a:lvl5pPr>
              <a:defRPr sz="1725" b="1">
                <a:solidFill>
                  <a:srgbClr val="007C79"/>
                </a:solidFill>
                <a:latin typeface="Arial"/>
                <a:ea typeface="Arial"/>
                <a:cs typeface="Arial"/>
              </a:defRPr>
            </a:lvl5pPr>
            <a:lvl6pPr>
              <a:defRPr sz="1725" b="1">
                <a:solidFill>
                  <a:srgbClr val="007C79"/>
                </a:solidFill>
                <a:latin typeface="Arial"/>
                <a:ea typeface="Arial"/>
                <a:cs typeface="Arial"/>
              </a:defRPr>
            </a:lvl6pPr>
            <a:lvl7pPr>
              <a:defRPr sz="1725" b="1">
                <a:solidFill>
                  <a:srgbClr val="007C79"/>
                </a:solidFill>
                <a:latin typeface="Arial"/>
                <a:ea typeface="Arial"/>
                <a:cs typeface="Arial"/>
              </a:defRPr>
            </a:lvl7pPr>
            <a:lvl8pPr>
              <a:defRPr sz="1725" b="1">
                <a:solidFill>
                  <a:srgbClr val="007C79"/>
                </a:solidFill>
                <a:latin typeface="Arial"/>
                <a:ea typeface="Arial"/>
                <a:cs typeface="Arial"/>
              </a:defRPr>
            </a:lvl8pPr>
            <a:lvl9pPr>
              <a:defRPr sz="1725" b="1">
                <a:solidFill>
                  <a:srgbClr val="007C79"/>
                </a:solidFill>
                <a:latin typeface="Arial"/>
                <a:ea typeface="Arial"/>
                <a:cs typeface="Arial"/>
              </a:defRPr>
            </a:lvl9pPr>
          </a:lstStyle>
          <a:p xmlns:a="http://schemas.openxmlformats.org/drawingml/2006/main">
            <a:pPr>
              <a:defRPr sz="1725" b="1">
                <a:solidFill>
                  <a:srgbClr val="007C79"/>
                </a:solidFill>
                <a:latin typeface="Arial"/>
                <a:ea typeface="Arial"/>
                <a:cs typeface="Arial"/>
              </a:defRPr>
            </a:pPr>
            <a:r>
              <a:rPr sz="1725" b="1">
                <a:solidFill>
                  <a:srgbClr val="007C79"/>
                </a:solidFill>
                <a:latin typeface="Arial"/>
                <a:ea typeface="Arial"/>
                <a:cs typeface="Arial"/>
              </a:rPr>
              <a:t>API1, API2, API3, API5</a:t>
            </a:r>
          </a:p>
        </p:txBody>
      </p:sp>
      <p:sp>
        <p:nvSpPr>
          <p:cNvPr id="6" name="">
            <a:extLst xmlns:a="http://schemas.openxmlformats.org/drawingml/2006/main">
              <a:ext uri="{FF2B5EF4-FFF2-40B4-BE49-F238E27FC236}">
                <a16:creationId xmlns:a16="http://schemas.microsoft.com/office/drawing/2014/main" id="{F1BD6DCE-5CD3-4D4C-B107-BC1F6ABF3724}"/>
              </a:ext>
            </a:extLst>
          </p:cNvPr>
          <p:cNvSpPr>
            <a:spLocks xmlns:a="http://schemas.openxmlformats.org/drawingml/2006/main" noGrp="1"/>
          </p:cNvSpPr>
          <p:nvPr/>
        </p:nvSpPr>
        <p:spPr>
          <a:xfrm xmlns:a="http://schemas.openxmlformats.org/drawingml/2006/main">
            <a:off x="1676400" y="3086100"/>
            <a:ext cx="4238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02C3B"/>
                </a:solidFill>
                <a:latin typeface="Arial"/>
                <a:ea typeface="Arial"/>
                <a:cs typeface="Arial"/>
              </a:defRPr>
            </a:defPPr>
            <a:lvl1pPr>
              <a:defRPr sz="1875" b="0">
                <a:solidFill>
                  <a:srgbClr val="102C3B"/>
                </a:solidFill>
                <a:latin typeface="Arial"/>
                <a:ea typeface="Arial"/>
                <a:cs typeface="Arial"/>
              </a:defRPr>
            </a:lvl1pPr>
            <a:lvl2pPr>
              <a:defRPr sz="1875" b="0">
                <a:solidFill>
                  <a:srgbClr val="102C3B"/>
                </a:solidFill>
                <a:latin typeface="Arial"/>
                <a:ea typeface="Arial"/>
                <a:cs typeface="Arial"/>
              </a:defRPr>
            </a:lvl2pPr>
            <a:lvl3pPr>
              <a:defRPr sz="1875" b="0">
                <a:solidFill>
                  <a:srgbClr val="102C3B"/>
                </a:solidFill>
                <a:latin typeface="Arial"/>
                <a:ea typeface="Arial"/>
                <a:cs typeface="Arial"/>
              </a:defRPr>
            </a:lvl3pPr>
            <a:lvl4pPr>
              <a:defRPr sz="1875" b="0">
                <a:solidFill>
                  <a:srgbClr val="102C3B"/>
                </a:solidFill>
                <a:latin typeface="Arial"/>
                <a:ea typeface="Arial"/>
                <a:cs typeface="Arial"/>
              </a:defRPr>
            </a:lvl4pPr>
            <a:lvl5pPr>
              <a:defRPr sz="1875" b="0">
                <a:solidFill>
                  <a:srgbClr val="102C3B"/>
                </a:solidFill>
                <a:latin typeface="Arial"/>
                <a:ea typeface="Arial"/>
                <a:cs typeface="Arial"/>
              </a:defRPr>
            </a:lvl5pPr>
            <a:lvl6pPr>
              <a:defRPr sz="1875" b="0">
                <a:solidFill>
                  <a:srgbClr val="102C3B"/>
                </a:solidFill>
                <a:latin typeface="Arial"/>
                <a:ea typeface="Arial"/>
                <a:cs typeface="Arial"/>
              </a:defRPr>
            </a:lvl6pPr>
            <a:lvl7pPr>
              <a:defRPr sz="1875" b="0">
                <a:solidFill>
                  <a:srgbClr val="102C3B"/>
                </a:solidFill>
                <a:latin typeface="Arial"/>
                <a:ea typeface="Arial"/>
                <a:cs typeface="Arial"/>
              </a:defRPr>
            </a:lvl7pPr>
            <a:lvl8pPr>
              <a:defRPr sz="1875" b="0">
                <a:solidFill>
                  <a:srgbClr val="102C3B"/>
                </a:solidFill>
                <a:latin typeface="Arial"/>
                <a:ea typeface="Arial"/>
                <a:cs typeface="Arial"/>
              </a:defRPr>
            </a:lvl8pPr>
            <a:lvl9pPr>
              <a:defRPr sz="1875" b="0">
                <a:solidFill>
                  <a:srgbClr val="102C3B"/>
                </a:solidFill>
                <a:latin typeface="Arial"/>
                <a:ea typeface="Arial"/>
                <a:cs typeface="Arial"/>
              </a:defRPr>
            </a:lvl9pPr>
          </a:lstStyle>
          <a:p xmlns:a="http://schemas.openxmlformats.org/drawingml/2006/main">
            <a:pPr>
              <a:defRPr sz="1875" b="0">
                <a:solidFill>
                  <a:srgbClr val="102C3B"/>
                </a:solidFill>
                <a:latin typeface="Arial"/>
                <a:ea typeface="Arial"/>
                <a:cs typeface="Arial"/>
              </a:defRPr>
            </a:pPr>
            <a:r>
              <a:rPr sz="1875" b="0">
                <a:solidFill>
                  <a:srgbClr val="102C3B"/>
                </a:solidFill>
                <a:latin typeface="Arial"/>
                <a:ea typeface="Arial"/>
                <a:cs typeface="Arial"/>
              </a:rPr>
              <a:t>Użytkownik, obiekt, pole i funkcja.</a:t>
            </a:r>
          </a:p>
        </p:txBody>
      </p:sp>
      <p:sp>
        <p:nvSpPr>
          <p:cNvPr id="7" name="">
            <a:extLst xmlns:a="http://schemas.openxmlformats.org/drawingml/2006/main">
              <a:ext uri="{FF2B5EF4-FFF2-40B4-BE49-F238E27FC236}">
                <a16:creationId xmlns:a16="http://schemas.microsoft.com/office/drawing/2014/main" id="{7175C8E9-8B8C-4BEE-ACA2-DF63DC579C44}"/>
              </a:ext>
            </a:extLst>
          </p:cNvPr>
          <p:cNvSpPr>
            <a:spLocks xmlns:a="http://schemas.openxmlformats.org/drawingml/2006/main" noGrp="1"/>
          </p:cNvSpPr>
          <p:nvPr/>
        </p:nvSpPr>
        <p:spPr>
          <a:xfrm xmlns:a="http://schemas.openxmlformats.org/drawingml/2006/main">
            <a:off x="6572250" y="2095500"/>
            <a:ext cx="895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007C79"/>
                </a:solidFill>
                <a:latin typeface="Arial"/>
                <a:ea typeface="Arial"/>
                <a:cs typeface="Arial"/>
              </a:defRPr>
            </a:defPPr>
            <a:lvl1pPr>
              <a:defRPr sz="3900" b="1">
                <a:solidFill>
                  <a:srgbClr val="007C79"/>
                </a:solidFill>
                <a:latin typeface="Arial"/>
                <a:ea typeface="Arial"/>
                <a:cs typeface="Arial"/>
              </a:defRPr>
            </a:lvl1pPr>
            <a:lvl2pPr>
              <a:defRPr sz="3900" b="1">
                <a:solidFill>
                  <a:srgbClr val="007C79"/>
                </a:solidFill>
                <a:latin typeface="Arial"/>
                <a:ea typeface="Arial"/>
                <a:cs typeface="Arial"/>
              </a:defRPr>
            </a:lvl2pPr>
            <a:lvl3pPr>
              <a:defRPr sz="3900" b="1">
                <a:solidFill>
                  <a:srgbClr val="007C79"/>
                </a:solidFill>
                <a:latin typeface="Arial"/>
                <a:ea typeface="Arial"/>
                <a:cs typeface="Arial"/>
              </a:defRPr>
            </a:lvl3pPr>
            <a:lvl4pPr>
              <a:defRPr sz="3900" b="1">
                <a:solidFill>
                  <a:srgbClr val="007C79"/>
                </a:solidFill>
                <a:latin typeface="Arial"/>
                <a:ea typeface="Arial"/>
                <a:cs typeface="Arial"/>
              </a:defRPr>
            </a:lvl4pPr>
            <a:lvl5pPr>
              <a:defRPr sz="3900" b="1">
                <a:solidFill>
                  <a:srgbClr val="007C79"/>
                </a:solidFill>
                <a:latin typeface="Arial"/>
                <a:ea typeface="Arial"/>
                <a:cs typeface="Arial"/>
              </a:defRPr>
            </a:lvl5pPr>
            <a:lvl6pPr>
              <a:defRPr sz="3900" b="1">
                <a:solidFill>
                  <a:srgbClr val="007C79"/>
                </a:solidFill>
                <a:latin typeface="Arial"/>
                <a:ea typeface="Arial"/>
                <a:cs typeface="Arial"/>
              </a:defRPr>
            </a:lvl6pPr>
            <a:lvl7pPr>
              <a:defRPr sz="3900" b="1">
                <a:solidFill>
                  <a:srgbClr val="007C79"/>
                </a:solidFill>
                <a:latin typeface="Arial"/>
                <a:ea typeface="Arial"/>
                <a:cs typeface="Arial"/>
              </a:defRPr>
            </a:lvl7pPr>
            <a:lvl8pPr>
              <a:defRPr sz="3900" b="1">
                <a:solidFill>
                  <a:srgbClr val="007C79"/>
                </a:solidFill>
                <a:latin typeface="Arial"/>
                <a:ea typeface="Arial"/>
                <a:cs typeface="Arial"/>
              </a:defRPr>
            </a:lvl8pPr>
            <a:lvl9pPr>
              <a:defRPr sz="3900" b="1">
                <a:solidFill>
                  <a:srgbClr val="007C79"/>
                </a:solidFill>
                <a:latin typeface="Arial"/>
                <a:ea typeface="Arial"/>
                <a:cs typeface="Arial"/>
              </a:defRPr>
            </a:lvl9pPr>
          </a:lstStyle>
          <a:p xmlns:a="http://schemas.openxmlformats.org/drawingml/2006/main">
            <a:pPr>
              <a:defRPr sz="3900" b="1">
                <a:solidFill>
                  <a:srgbClr val="007C79"/>
                </a:solidFill>
                <a:latin typeface="Arial"/>
                <a:ea typeface="Arial"/>
                <a:cs typeface="Arial"/>
              </a:defRPr>
            </a:pPr>
            <a:r>
              <a:rPr sz="3900" b="1">
                <a:solidFill>
                  <a:srgbClr val="007C79"/>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87C694B-974A-43DA-8EEF-34CAC70C173C}"/>
              </a:ext>
            </a:extLst>
          </p:cNvPr>
          <p:cNvSpPr>
            <a:spLocks xmlns:a="http://schemas.openxmlformats.org/drawingml/2006/main" noGrp="1"/>
          </p:cNvSpPr>
          <p:nvPr/>
        </p:nvSpPr>
        <p:spPr>
          <a:xfrm xmlns:a="http://schemas.openxmlformats.org/drawingml/2006/main">
            <a:off x="7620000" y="2105025"/>
            <a:ext cx="423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02C3B"/>
                </a:solidFill>
                <a:latin typeface="Arial"/>
                <a:ea typeface="Arial"/>
                <a:cs typeface="Arial"/>
              </a:defRPr>
            </a:defPPr>
            <a:lvl1pPr>
              <a:defRPr sz="2250" b="1">
                <a:solidFill>
                  <a:srgbClr val="102C3B"/>
                </a:solidFill>
                <a:latin typeface="Arial"/>
                <a:ea typeface="Arial"/>
                <a:cs typeface="Arial"/>
              </a:defRPr>
            </a:lvl1pPr>
            <a:lvl2pPr>
              <a:defRPr sz="2250" b="1">
                <a:solidFill>
                  <a:srgbClr val="102C3B"/>
                </a:solidFill>
                <a:latin typeface="Arial"/>
                <a:ea typeface="Arial"/>
                <a:cs typeface="Arial"/>
              </a:defRPr>
            </a:lvl2pPr>
            <a:lvl3pPr>
              <a:defRPr sz="2250" b="1">
                <a:solidFill>
                  <a:srgbClr val="102C3B"/>
                </a:solidFill>
                <a:latin typeface="Arial"/>
                <a:ea typeface="Arial"/>
                <a:cs typeface="Arial"/>
              </a:defRPr>
            </a:lvl3pPr>
            <a:lvl4pPr>
              <a:defRPr sz="2250" b="1">
                <a:solidFill>
                  <a:srgbClr val="102C3B"/>
                </a:solidFill>
                <a:latin typeface="Arial"/>
                <a:ea typeface="Arial"/>
                <a:cs typeface="Arial"/>
              </a:defRPr>
            </a:lvl4pPr>
            <a:lvl5pPr>
              <a:defRPr sz="2250" b="1">
                <a:solidFill>
                  <a:srgbClr val="102C3B"/>
                </a:solidFill>
                <a:latin typeface="Arial"/>
                <a:ea typeface="Arial"/>
                <a:cs typeface="Arial"/>
              </a:defRPr>
            </a:lvl5pPr>
            <a:lvl6pPr>
              <a:defRPr sz="2250" b="1">
                <a:solidFill>
                  <a:srgbClr val="102C3B"/>
                </a:solidFill>
                <a:latin typeface="Arial"/>
                <a:ea typeface="Arial"/>
                <a:cs typeface="Arial"/>
              </a:defRPr>
            </a:lvl6pPr>
            <a:lvl7pPr>
              <a:defRPr sz="2250" b="1">
                <a:solidFill>
                  <a:srgbClr val="102C3B"/>
                </a:solidFill>
                <a:latin typeface="Arial"/>
                <a:ea typeface="Arial"/>
                <a:cs typeface="Arial"/>
              </a:defRPr>
            </a:lvl7pPr>
            <a:lvl8pPr>
              <a:defRPr sz="2250" b="1">
                <a:solidFill>
                  <a:srgbClr val="102C3B"/>
                </a:solidFill>
                <a:latin typeface="Arial"/>
                <a:ea typeface="Arial"/>
                <a:cs typeface="Arial"/>
              </a:defRPr>
            </a:lvl8pPr>
            <a:lvl9pPr>
              <a:defRPr sz="2250" b="1">
                <a:solidFill>
                  <a:srgbClr val="102C3B"/>
                </a:solidFill>
                <a:latin typeface="Arial"/>
                <a:ea typeface="Arial"/>
                <a:cs typeface="Arial"/>
              </a:defRPr>
            </a:lvl9pPr>
          </a:lstStyle>
          <a:p xmlns:a="http://schemas.openxmlformats.org/drawingml/2006/main">
            <a:pPr>
              <a:defRPr sz="2250" b="1">
                <a:solidFill>
                  <a:srgbClr val="102C3B"/>
                </a:solidFill>
                <a:latin typeface="Arial"/>
                <a:ea typeface="Arial"/>
                <a:cs typeface="Arial"/>
              </a:defRPr>
            </a:pPr>
            <a:r>
              <a:rPr sz="2250" b="1">
                <a:solidFill>
                  <a:srgbClr val="102C3B"/>
                </a:solidFill>
                <a:latin typeface="Arial"/>
                <a:ea typeface="Arial"/>
                <a:cs typeface="Arial"/>
              </a:rPr>
              <a:t>Zasoby i procesy</a:t>
            </a:r>
          </a:p>
        </p:txBody>
      </p:sp>
      <p:sp>
        <p:nvSpPr>
          <p:cNvPr id="9" name="">
            <a:extLst xmlns:a="http://schemas.openxmlformats.org/drawingml/2006/main">
              <a:ext uri="{FF2B5EF4-FFF2-40B4-BE49-F238E27FC236}">
                <a16:creationId xmlns:a16="http://schemas.microsoft.com/office/drawing/2014/main" id="{909A3BAE-D848-4B06-863A-6AD461CC024F}"/>
              </a:ext>
            </a:extLst>
          </p:cNvPr>
          <p:cNvSpPr>
            <a:spLocks xmlns:a="http://schemas.openxmlformats.org/drawingml/2006/main" noGrp="1"/>
          </p:cNvSpPr>
          <p:nvPr/>
        </p:nvSpPr>
        <p:spPr>
          <a:xfrm xmlns:a="http://schemas.openxmlformats.org/drawingml/2006/main">
            <a:off x="7620000" y="2657475"/>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7C79"/>
                </a:solidFill>
                <a:latin typeface="Arial"/>
                <a:ea typeface="Arial"/>
                <a:cs typeface="Arial"/>
              </a:defRPr>
            </a:defPPr>
            <a:lvl1pPr>
              <a:defRPr sz="1725" b="1">
                <a:solidFill>
                  <a:srgbClr val="007C79"/>
                </a:solidFill>
                <a:latin typeface="Arial"/>
                <a:ea typeface="Arial"/>
                <a:cs typeface="Arial"/>
              </a:defRPr>
            </a:lvl1pPr>
            <a:lvl2pPr>
              <a:defRPr sz="1725" b="1">
                <a:solidFill>
                  <a:srgbClr val="007C79"/>
                </a:solidFill>
                <a:latin typeface="Arial"/>
                <a:ea typeface="Arial"/>
                <a:cs typeface="Arial"/>
              </a:defRPr>
            </a:lvl2pPr>
            <a:lvl3pPr>
              <a:defRPr sz="1725" b="1">
                <a:solidFill>
                  <a:srgbClr val="007C79"/>
                </a:solidFill>
                <a:latin typeface="Arial"/>
                <a:ea typeface="Arial"/>
                <a:cs typeface="Arial"/>
              </a:defRPr>
            </a:lvl3pPr>
            <a:lvl4pPr>
              <a:defRPr sz="1725" b="1">
                <a:solidFill>
                  <a:srgbClr val="007C79"/>
                </a:solidFill>
                <a:latin typeface="Arial"/>
                <a:ea typeface="Arial"/>
                <a:cs typeface="Arial"/>
              </a:defRPr>
            </a:lvl4pPr>
            <a:lvl5pPr>
              <a:defRPr sz="1725" b="1">
                <a:solidFill>
                  <a:srgbClr val="007C79"/>
                </a:solidFill>
                <a:latin typeface="Arial"/>
                <a:ea typeface="Arial"/>
                <a:cs typeface="Arial"/>
              </a:defRPr>
            </a:lvl5pPr>
            <a:lvl6pPr>
              <a:defRPr sz="1725" b="1">
                <a:solidFill>
                  <a:srgbClr val="007C79"/>
                </a:solidFill>
                <a:latin typeface="Arial"/>
                <a:ea typeface="Arial"/>
                <a:cs typeface="Arial"/>
              </a:defRPr>
            </a:lvl6pPr>
            <a:lvl7pPr>
              <a:defRPr sz="1725" b="1">
                <a:solidFill>
                  <a:srgbClr val="007C79"/>
                </a:solidFill>
                <a:latin typeface="Arial"/>
                <a:ea typeface="Arial"/>
                <a:cs typeface="Arial"/>
              </a:defRPr>
            </a:lvl7pPr>
            <a:lvl8pPr>
              <a:defRPr sz="1725" b="1">
                <a:solidFill>
                  <a:srgbClr val="007C79"/>
                </a:solidFill>
                <a:latin typeface="Arial"/>
                <a:ea typeface="Arial"/>
                <a:cs typeface="Arial"/>
              </a:defRPr>
            </a:lvl8pPr>
            <a:lvl9pPr>
              <a:defRPr sz="1725" b="1">
                <a:solidFill>
                  <a:srgbClr val="007C79"/>
                </a:solidFill>
                <a:latin typeface="Arial"/>
                <a:ea typeface="Arial"/>
                <a:cs typeface="Arial"/>
              </a:defRPr>
            </a:lvl9pPr>
          </a:lstStyle>
          <a:p xmlns:a="http://schemas.openxmlformats.org/drawingml/2006/main">
            <a:pPr>
              <a:defRPr sz="1725" b="1">
                <a:solidFill>
                  <a:srgbClr val="007C79"/>
                </a:solidFill>
                <a:latin typeface="Arial"/>
                <a:ea typeface="Arial"/>
                <a:cs typeface="Arial"/>
              </a:defRPr>
            </a:pPr>
            <a:r>
              <a:rPr sz="1725" b="1">
                <a:solidFill>
                  <a:srgbClr val="007C79"/>
                </a:solidFill>
                <a:latin typeface="Arial"/>
                <a:ea typeface="Arial"/>
                <a:cs typeface="Arial"/>
              </a:rPr>
              <a:t>API4, API6</a:t>
            </a:r>
          </a:p>
        </p:txBody>
      </p:sp>
      <p:sp>
        <p:nvSpPr>
          <p:cNvPr id="10" name="">
            <a:extLst xmlns:a="http://schemas.openxmlformats.org/drawingml/2006/main">
              <a:ext uri="{FF2B5EF4-FFF2-40B4-BE49-F238E27FC236}">
                <a16:creationId xmlns:a16="http://schemas.microsoft.com/office/drawing/2014/main" id="{EDD69B7D-4C20-4C39-9EF0-810F5D00A29B}"/>
              </a:ext>
            </a:extLst>
          </p:cNvPr>
          <p:cNvSpPr>
            <a:spLocks xmlns:a="http://schemas.openxmlformats.org/drawingml/2006/main" noGrp="1"/>
          </p:cNvSpPr>
          <p:nvPr/>
        </p:nvSpPr>
        <p:spPr>
          <a:xfrm xmlns:a="http://schemas.openxmlformats.org/drawingml/2006/main">
            <a:off x="7620000" y="3086100"/>
            <a:ext cx="4238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02C3B"/>
                </a:solidFill>
                <a:latin typeface="Arial"/>
                <a:ea typeface="Arial"/>
                <a:cs typeface="Arial"/>
              </a:defRPr>
            </a:defPPr>
            <a:lvl1pPr>
              <a:defRPr sz="1875" b="0">
                <a:solidFill>
                  <a:srgbClr val="102C3B"/>
                </a:solidFill>
                <a:latin typeface="Arial"/>
                <a:ea typeface="Arial"/>
                <a:cs typeface="Arial"/>
              </a:defRPr>
            </a:lvl1pPr>
            <a:lvl2pPr>
              <a:defRPr sz="1875" b="0">
                <a:solidFill>
                  <a:srgbClr val="102C3B"/>
                </a:solidFill>
                <a:latin typeface="Arial"/>
                <a:ea typeface="Arial"/>
                <a:cs typeface="Arial"/>
              </a:defRPr>
            </a:lvl2pPr>
            <a:lvl3pPr>
              <a:defRPr sz="1875" b="0">
                <a:solidFill>
                  <a:srgbClr val="102C3B"/>
                </a:solidFill>
                <a:latin typeface="Arial"/>
                <a:ea typeface="Arial"/>
                <a:cs typeface="Arial"/>
              </a:defRPr>
            </a:lvl3pPr>
            <a:lvl4pPr>
              <a:defRPr sz="1875" b="0">
                <a:solidFill>
                  <a:srgbClr val="102C3B"/>
                </a:solidFill>
                <a:latin typeface="Arial"/>
                <a:ea typeface="Arial"/>
                <a:cs typeface="Arial"/>
              </a:defRPr>
            </a:lvl4pPr>
            <a:lvl5pPr>
              <a:defRPr sz="1875" b="0">
                <a:solidFill>
                  <a:srgbClr val="102C3B"/>
                </a:solidFill>
                <a:latin typeface="Arial"/>
                <a:ea typeface="Arial"/>
                <a:cs typeface="Arial"/>
              </a:defRPr>
            </a:lvl5pPr>
            <a:lvl6pPr>
              <a:defRPr sz="1875" b="0">
                <a:solidFill>
                  <a:srgbClr val="102C3B"/>
                </a:solidFill>
                <a:latin typeface="Arial"/>
                <a:ea typeface="Arial"/>
                <a:cs typeface="Arial"/>
              </a:defRPr>
            </a:lvl6pPr>
            <a:lvl7pPr>
              <a:defRPr sz="1875" b="0">
                <a:solidFill>
                  <a:srgbClr val="102C3B"/>
                </a:solidFill>
                <a:latin typeface="Arial"/>
                <a:ea typeface="Arial"/>
                <a:cs typeface="Arial"/>
              </a:defRPr>
            </a:lvl7pPr>
            <a:lvl8pPr>
              <a:defRPr sz="1875" b="0">
                <a:solidFill>
                  <a:srgbClr val="102C3B"/>
                </a:solidFill>
                <a:latin typeface="Arial"/>
                <a:ea typeface="Arial"/>
                <a:cs typeface="Arial"/>
              </a:defRPr>
            </a:lvl8pPr>
            <a:lvl9pPr>
              <a:defRPr sz="1875" b="0">
                <a:solidFill>
                  <a:srgbClr val="102C3B"/>
                </a:solidFill>
                <a:latin typeface="Arial"/>
                <a:ea typeface="Arial"/>
                <a:cs typeface="Arial"/>
              </a:defRPr>
            </a:lvl9pPr>
          </a:lstStyle>
          <a:p xmlns:a="http://schemas.openxmlformats.org/drawingml/2006/main">
            <a:pPr>
              <a:defRPr sz="1875" b="0">
                <a:solidFill>
                  <a:srgbClr val="102C3B"/>
                </a:solidFill>
                <a:latin typeface="Arial"/>
                <a:ea typeface="Arial"/>
                <a:cs typeface="Arial"/>
              </a:defRPr>
            </a:pPr>
            <a:r>
              <a:rPr sz="1875" b="0">
                <a:solidFill>
                  <a:srgbClr val="102C3B"/>
                </a:solidFill>
                <a:latin typeface="Arial"/>
                <a:ea typeface="Arial"/>
                <a:cs typeface="Arial"/>
              </a:rPr>
              <a:t>Przeciążenie i automatyczne nadużycia.</a:t>
            </a:r>
          </a:p>
        </p:txBody>
      </p:sp>
      <p:sp>
        <p:nvSpPr>
          <p:cNvPr id="11" name="">
            <a:extLst xmlns:a="http://schemas.openxmlformats.org/drawingml/2006/main">
              <a:ext uri="{FF2B5EF4-FFF2-40B4-BE49-F238E27FC236}">
                <a16:creationId xmlns:a16="http://schemas.microsoft.com/office/drawing/2014/main" id="{871F094C-300C-4D44-A0D1-B97321276640}"/>
              </a:ext>
            </a:extLst>
          </p:cNvPr>
          <p:cNvSpPr>
            <a:spLocks xmlns:a="http://schemas.openxmlformats.org/drawingml/2006/main" noGrp="1"/>
          </p:cNvSpPr>
          <p:nvPr/>
        </p:nvSpPr>
        <p:spPr>
          <a:xfrm xmlns:a="http://schemas.openxmlformats.org/drawingml/2006/main">
            <a:off x="628650" y="4124325"/>
            <a:ext cx="895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007C79"/>
                </a:solidFill>
                <a:latin typeface="Arial"/>
                <a:ea typeface="Arial"/>
                <a:cs typeface="Arial"/>
              </a:defRPr>
            </a:defPPr>
            <a:lvl1pPr>
              <a:defRPr sz="3900" b="1">
                <a:solidFill>
                  <a:srgbClr val="007C79"/>
                </a:solidFill>
                <a:latin typeface="Arial"/>
                <a:ea typeface="Arial"/>
                <a:cs typeface="Arial"/>
              </a:defRPr>
            </a:lvl1pPr>
            <a:lvl2pPr>
              <a:defRPr sz="3900" b="1">
                <a:solidFill>
                  <a:srgbClr val="007C79"/>
                </a:solidFill>
                <a:latin typeface="Arial"/>
                <a:ea typeface="Arial"/>
                <a:cs typeface="Arial"/>
              </a:defRPr>
            </a:lvl2pPr>
            <a:lvl3pPr>
              <a:defRPr sz="3900" b="1">
                <a:solidFill>
                  <a:srgbClr val="007C79"/>
                </a:solidFill>
                <a:latin typeface="Arial"/>
                <a:ea typeface="Arial"/>
                <a:cs typeface="Arial"/>
              </a:defRPr>
            </a:lvl3pPr>
            <a:lvl4pPr>
              <a:defRPr sz="3900" b="1">
                <a:solidFill>
                  <a:srgbClr val="007C79"/>
                </a:solidFill>
                <a:latin typeface="Arial"/>
                <a:ea typeface="Arial"/>
                <a:cs typeface="Arial"/>
              </a:defRPr>
            </a:lvl4pPr>
            <a:lvl5pPr>
              <a:defRPr sz="3900" b="1">
                <a:solidFill>
                  <a:srgbClr val="007C79"/>
                </a:solidFill>
                <a:latin typeface="Arial"/>
                <a:ea typeface="Arial"/>
                <a:cs typeface="Arial"/>
              </a:defRPr>
            </a:lvl5pPr>
            <a:lvl6pPr>
              <a:defRPr sz="3900" b="1">
                <a:solidFill>
                  <a:srgbClr val="007C79"/>
                </a:solidFill>
                <a:latin typeface="Arial"/>
                <a:ea typeface="Arial"/>
                <a:cs typeface="Arial"/>
              </a:defRPr>
            </a:lvl6pPr>
            <a:lvl7pPr>
              <a:defRPr sz="3900" b="1">
                <a:solidFill>
                  <a:srgbClr val="007C79"/>
                </a:solidFill>
                <a:latin typeface="Arial"/>
                <a:ea typeface="Arial"/>
                <a:cs typeface="Arial"/>
              </a:defRPr>
            </a:lvl7pPr>
            <a:lvl8pPr>
              <a:defRPr sz="3900" b="1">
                <a:solidFill>
                  <a:srgbClr val="007C79"/>
                </a:solidFill>
                <a:latin typeface="Arial"/>
                <a:ea typeface="Arial"/>
                <a:cs typeface="Arial"/>
              </a:defRPr>
            </a:lvl8pPr>
            <a:lvl9pPr>
              <a:defRPr sz="3900" b="1">
                <a:solidFill>
                  <a:srgbClr val="007C79"/>
                </a:solidFill>
                <a:latin typeface="Arial"/>
                <a:ea typeface="Arial"/>
                <a:cs typeface="Arial"/>
              </a:defRPr>
            </a:lvl9pPr>
          </a:lstStyle>
          <a:p xmlns:a="http://schemas.openxmlformats.org/drawingml/2006/main">
            <a:pPr>
              <a:defRPr sz="3900" b="1">
                <a:solidFill>
                  <a:srgbClr val="007C79"/>
                </a:solidFill>
                <a:latin typeface="Arial"/>
                <a:ea typeface="Arial"/>
                <a:cs typeface="Arial"/>
              </a:defRPr>
            </a:pPr>
            <a:r>
              <a:rPr sz="3900" b="1">
                <a:solidFill>
                  <a:srgbClr val="007C79"/>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CF102630-0435-44DF-AE8C-15FA4EFEFD86}"/>
              </a:ext>
            </a:extLst>
          </p:cNvPr>
          <p:cNvSpPr>
            <a:spLocks xmlns:a="http://schemas.openxmlformats.org/drawingml/2006/main" noGrp="1"/>
          </p:cNvSpPr>
          <p:nvPr/>
        </p:nvSpPr>
        <p:spPr>
          <a:xfrm xmlns:a="http://schemas.openxmlformats.org/drawingml/2006/main">
            <a:off x="1676400" y="4133850"/>
            <a:ext cx="423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02C3B"/>
                </a:solidFill>
                <a:latin typeface="Arial"/>
                <a:ea typeface="Arial"/>
                <a:cs typeface="Arial"/>
              </a:defRPr>
            </a:defPPr>
            <a:lvl1pPr>
              <a:defRPr sz="2250" b="1">
                <a:solidFill>
                  <a:srgbClr val="102C3B"/>
                </a:solidFill>
                <a:latin typeface="Arial"/>
                <a:ea typeface="Arial"/>
                <a:cs typeface="Arial"/>
              </a:defRPr>
            </a:lvl1pPr>
            <a:lvl2pPr>
              <a:defRPr sz="2250" b="1">
                <a:solidFill>
                  <a:srgbClr val="102C3B"/>
                </a:solidFill>
                <a:latin typeface="Arial"/>
                <a:ea typeface="Arial"/>
                <a:cs typeface="Arial"/>
              </a:defRPr>
            </a:lvl2pPr>
            <a:lvl3pPr>
              <a:defRPr sz="2250" b="1">
                <a:solidFill>
                  <a:srgbClr val="102C3B"/>
                </a:solidFill>
                <a:latin typeface="Arial"/>
                <a:ea typeface="Arial"/>
                <a:cs typeface="Arial"/>
              </a:defRPr>
            </a:lvl3pPr>
            <a:lvl4pPr>
              <a:defRPr sz="2250" b="1">
                <a:solidFill>
                  <a:srgbClr val="102C3B"/>
                </a:solidFill>
                <a:latin typeface="Arial"/>
                <a:ea typeface="Arial"/>
                <a:cs typeface="Arial"/>
              </a:defRPr>
            </a:lvl4pPr>
            <a:lvl5pPr>
              <a:defRPr sz="2250" b="1">
                <a:solidFill>
                  <a:srgbClr val="102C3B"/>
                </a:solidFill>
                <a:latin typeface="Arial"/>
                <a:ea typeface="Arial"/>
                <a:cs typeface="Arial"/>
              </a:defRPr>
            </a:lvl5pPr>
            <a:lvl6pPr>
              <a:defRPr sz="2250" b="1">
                <a:solidFill>
                  <a:srgbClr val="102C3B"/>
                </a:solidFill>
                <a:latin typeface="Arial"/>
                <a:ea typeface="Arial"/>
                <a:cs typeface="Arial"/>
              </a:defRPr>
            </a:lvl6pPr>
            <a:lvl7pPr>
              <a:defRPr sz="2250" b="1">
                <a:solidFill>
                  <a:srgbClr val="102C3B"/>
                </a:solidFill>
                <a:latin typeface="Arial"/>
                <a:ea typeface="Arial"/>
                <a:cs typeface="Arial"/>
              </a:defRPr>
            </a:lvl7pPr>
            <a:lvl8pPr>
              <a:defRPr sz="2250" b="1">
                <a:solidFill>
                  <a:srgbClr val="102C3B"/>
                </a:solidFill>
                <a:latin typeface="Arial"/>
                <a:ea typeface="Arial"/>
                <a:cs typeface="Arial"/>
              </a:defRPr>
            </a:lvl8pPr>
            <a:lvl9pPr>
              <a:defRPr sz="2250" b="1">
                <a:solidFill>
                  <a:srgbClr val="102C3B"/>
                </a:solidFill>
                <a:latin typeface="Arial"/>
                <a:ea typeface="Arial"/>
                <a:cs typeface="Arial"/>
              </a:defRPr>
            </a:lvl9pPr>
          </a:lstStyle>
          <a:p xmlns:a="http://schemas.openxmlformats.org/drawingml/2006/main">
            <a:pPr>
              <a:defRPr sz="2250" b="1">
                <a:solidFill>
                  <a:srgbClr val="102C3B"/>
                </a:solidFill>
                <a:latin typeface="Arial"/>
                <a:ea typeface="Arial"/>
                <a:cs typeface="Arial"/>
              </a:defRPr>
            </a:pPr>
            <a:r>
              <a:rPr sz="2250" b="1">
                <a:solidFill>
                  <a:srgbClr val="102C3B"/>
                </a:solidFill>
                <a:latin typeface="Arial"/>
                <a:ea typeface="Arial"/>
                <a:cs typeface="Arial"/>
              </a:rPr>
              <a:t>Integracje</a:t>
            </a:r>
          </a:p>
        </p:txBody>
      </p:sp>
      <p:sp>
        <p:nvSpPr>
          <p:cNvPr id="13" name="">
            <a:extLst xmlns:a="http://schemas.openxmlformats.org/drawingml/2006/main">
              <a:ext uri="{FF2B5EF4-FFF2-40B4-BE49-F238E27FC236}">
                <a16:creationId xmlns:a16="http://schemas.microsoft.com/office/drawing/2014/main" id="{E4B4E567-909F-4CEC-A0F1-DFAB668CB044}"/>
              </a:ext>
            </a:extLst>
          </p:cNvPr>
          <p:cNvSpPr>
            <a:spLocks xmlns:a="http://schemas.openxmlformats.org/drawingml/2006/main" noGrp="1"/>
          </p:cNvSpPr>
          <p:nvPr/>
        </p:nvSpPr>
        <p:spPr>
          <a:xfrm xmlns:a="http://schemas.openxmlformats.org/drawingml/2006/main">
            <a:off x="1676400" y="4686300"/>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7C79"/>
                </a:solidFill>
                <a:latin typeface="Arial"/>
                <a:ea typeface="Arial"/>
                <a:cs typeface="Arial"/>
              </a:defRPr>
            </a:defPPr>
            <a:lvl1pPr>
              <a:defRPr sz="1725" b="1">
                <a:solidFill>
                  <a:srgbClr val="007C79"/>
                </a:solidFill>
                <a:latin typeface="Arial"/>
                <a:ea typeface="Arial"/>
                <a:cs typeface="Arial"/>
              </a:defRPr>
            </a:lvl1pPr>
            <a:lvl2pPr>
              <a:defRPr sz="1725" b="1">
                <a:solidFill>
                  <a:srgbClr val="007C79"/>
                </a:solidFill>
                <a:latin typeface="Arial"/>
                <a:ea typeface="Arial"/>
                <a:cs typeface="Arial"/>
              </a:defRPr>
            </a:lvl2pPr>
            <a:lvl3pPr>
              <a:defRPr sz="1725" b="1">
                <a:solidFill>
                  <a:srgbClr val="007C79"/>
                </a:solidFill>
                <a:latin typeface="Arial"/>
                <a:ea typeface="Arial"/>
                <a:cs typeface="Arial"/>
              </a:defRPr>
            </a:lvl3pPr>
            <a:lvl4pPr>
              <a:defRPr sz="1725" b="1">
                <a:solidFill>
                  <a:srgbClr val="007C79"/>
                </a:solidFill>
                <a:latin typeface="Arial"/>
                <a:ea typeface="Arial"/>
                <a:cs typeface="Arial"/>
              </a:defRPr>
            </a:lvl4pPr>
            <a:lvl5pPr>
              <a:defRPr sz="1725" b="1">
                <a:solidFill>
                  <a:srgbClr val="007C79"/>
                </a:solidFill>
                <a:latin typeface="Arial"/>
                <a:ea typeface="Arial"/>
                <a:cs typeface="Arial"/>
              </a:defRPr>
            </a:lvl5pPr>
            <a:lvl6pPr>
              <a:defRPr sz="1725" b="1">
                <a:solidFill>
                  <a:srgbClr val="007C79"/>
                </a:solidFill>
                <a:latin typeface="Arial"/>
                <a:ea typeface="Arial"/>
                <a:cs typeface="Arial"/>
              </a:defRPr>
            </a:lvl6pPr>
            <a:lvl7pPr>
              <a:defRPr sz="1725" b="1">
                <a:solidFill>
                  <a:srgbClr val="007C79"/>
                </a:solidFill>
                <a:latin typeface="Arial"/>
                <a:ea typeface="Arial"/>
                <a:cs typeface="Arial"/>
              </a:defRPr>
            </a:lvl7pPr>
            <a:lvl8pPr>
              <a:defRPr sz="1725" b="1">
                <a:solidFill>
                  <a:srgbClr val="007C79"/>
                </a:solidFill>
                <a:latin typeface="Arial"/>
                <a:ea typeface="Arial"/>
                <a:cs typeface="Arial"/>
              </a:defRPr>
            </a:lvl8pPr>
            <a:lvl9pPr>
              <a:defRPr sz="1725" b="1">
                <a:solidFill>
                  <a:srgbClr val="007C79"/>
                </a:solidFill>
                <a:latin typeface="Arial"/>
                <a:ea typeface="Arial"/>
                <a:cs typeface="Arial"/>
              </a:defRPr>
            </a:lvl9pPr>
          </a:lstStyle>
          <a:p xmlns:a="http://schemas.openxmlformats.org/drawingml/2006/main">
            <a:pPr>
              <a:defRPr sz="1725" b="1">
                <a:solidFill>
                  <a:srgbClr val="007C79"/>
                </a:solidFill>
                <a:latin typeface="Arial"/>
                <a:ea typeface="Arial"/>
                <a:cs typeface="Arial"/>
              </a:defRPr>
            </a:pPr>
            <a:r>
              <a:rPr sz="1725" b="1">
                <a:solidFill>
                  <a:srgbClr val="007C79"/>
                </a:solidFill>
                <a:latin typeface="Arial"/>
                <a:ea typeface="Arial"/>
                <a:cs typeface="Arial"/>
              </a:rPr>
              <a:t>API7, API10</a:t>
            </a:r>
          </a:p>
        </p:txBody>
      </p:sp>
      <p:sp>
        <p:nvSpPr>
          <p:cNvPr id="14" name="">
            <a:extLst xmlns:a="http://schemas.openxmlformats.org/drawingml/2006/main">
              <a:ext uri="{FF2B5EF4-FFF2-40B4-BE49-F238E27FC236}">
                <a16:creationId xmlns:a16="http://schemas.microsoft.com/office/drawing/2014/main" id="{E1E22CCD-B131-47D8-A7CB-9D48CD5B0134}"/>
              </a:ext>
            </a:extLst>
          </p:cNvPr>
          <p:cNvSpPr>
            <a:spLocks xmlns:a="http://schemas.openxmlformats.org/drawingml/2006/main" noGrp="1"/>
          </p:cNvSpPr>
          <p:nvPr/>
        </p:nvSpPr>
        <p:spPr>
          <a:xfrm xmlns:a="http://schemas.openxmlformats.org/drawingml/2006/main">
            <a:off x="1676400" y="5114925"/>
            <a:ext cx="4238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02C3B"/>
                </a:solidFill>
                <a:latin typeface="Arial"/>
                <a:ea typeface="Arial"/>
                <a:cs typeface="Arial"/>
              </a:defRPr>
            </a:defPPr>
            <a:lvl1pPr>
              <a:defRPr sz="1875" b="0">
                <a:solidFill>
                  <a:srgbClr val="102C3B"/>
                </a:solidFill>
                <a:latin typeface="Arial"/>
                <a:ea typeface="Arial"/>
                <a:cs typeface="Arial"/>
              </a:defRPr>
            </a:lvl1pPr>
            <a:lvl2pPr>
              <a:defRPr sz="1875" b="0">
                <a:solidFill>
                  <a:srgbClr val="102C3B"/>
                </a:solidFill>
                <a:latin typeface="Arial"/>
                <a:ea typeface="Arial"/>
                <a:cs typeface="Arial"/>
              </a:defRPr>
            </a:lvl2pPr>
            <a:lvl3pPr>
              <a:defRPr sz="1875" b="0">
                <a:solidFill>
                  <a:srgbClr val="102C3B"/>
                </a:solidFill>
                <a:latin typeface="Arial"/>
                <a:ea typeface="Arial"/>
                <a:cs typeface="Arial"/>
              </a:defRPr>
            </a:lvl3pPr>
            <a:lvl4pPr>
              <a:defRPr sz="1875" b="0">
                <a:solidFill>
                  <a:srgbClr val="102C3B"/>
                </a:solidFill>
                <a:latin typeface="Arial"/>
                <a:ea typeface="Arial"/>
                <a:cs typeface="Arial"/>
              </a:defRPr>
            </a:lvl4pPr>
            <a:lvl5pPr>
              <a:defRPr sz="1875" b="0">
                <a:solidFill>
                  <a:srgbClr val="102C3B"/>
                </a:solidFill>
                <a:latin typeface="Arial"/>
                <a:ea typeface="Arial"/>
                <a:cs typeface="Arial"/>
              </a:defRPr>
            </a:lvl5pPr>
            <a:lvl6pPr>
              <a:defRPr sz="1875" b="0">
                <a:solidFill>
                  <a:srgbClr val="102C3B"/>
                </a:solidFill>
                <a:latin typeface="Arial"/>
                <a:ea typeface="Arial"/>
                <a:cs typeface="Arial"/>
              </a:defRPr>
            </a:lvl6pPr>
            <a:lvl7pPr>
              <a:defRPr sz="1875" b="0">
                <a:solidFill>
                  <a:srgbClr val="102C3B"/>
                </a:solidFill>
                <a:latin typeface="Arial"/>
                <a:ea typeface="Arial"/>
                <a:cs typeface="Arial"/>
              </a:defRPr>
            </a:lvl7pPr>
            <a:lvl8pPr>
              <a:defRPr sz="1875" b="0">
                <a:solidFill>
                  <a:srgbClr val="102C3B"/>
                </a:solidFill>
                <a:latin typeface="Arial"/>
                <a:ea typeface="Arial"/>
                <a:cs typeface="Arial"/>
              </a:defRPr>
            </a:lvl8pPr>
            <a:lvl9pPr>
              <a:defRPr sz="1875" b="0">
                <a:solidFill>
                  <a:srgbClr val="102C3B"/>
                </a:solidFill>
                <a:latin typeface="Arial"/>
                <a:ea typeface="Arial"/>
                <a:cs typeface="Arial"/>
              </a:defRPr>
            </a:lvl9pPr>
          </a:lstStyle>
          <a:p xmlns:a="http://schemas.openxmlformats.org/drawingml/2006/main">
            <a:pPr>
              <a:defRPr sz="1875" b="0">
                <a:solidFill>
                  <a:srgbClr val="102C3B"/>
                </a:solidFill>
                <a:latin typeface="Arial"/>
                <a:ea typeface="Arial"/>
                <a:cs typeface="Arial"/>
              </a:defRPr>
            </a:pPr>
            <a:r>
              <a:rPr sz="1875" b="0">
                <a:solidFill>
                  <a:srgbClr val="102C3B"/>
                </a:solidFill>
                <a:latin typeface="Arial"/>
                <a:ea typeface="Arial"/>
                <a:cs typeface="Arial"/>
              </a:rPr>
              <a:t>SSRF i zaufanie do innych API.</a:t>
            </a:r>
          </a:p>
        </p:txBody>
      </p:sp>
      <p:sp>
        <p:nvSpPr>
          <p:cNvPr id="15" name="">
            <a:extLst xmlns:a="http://schemas.openxmlformats.org/drawingml/2006/main">
              <a:ext uri="{FF2B5EF4-FFF2-40B4-BE49-F238E27FC236}">
                <a16:creationId xmlns:a16="http://schemas.microsoft.com/office/drawing/2014/main" id="{DE5AFE79-72FD-4CB3-B869-176A75039ADD}"/>
              </a:ext>
            </a:extLst>
          </p:cNvPr>
          <p:cNvSpPr>
            <a:spLocks xmlns:a="http://schemas.openxmlformats.org/drawingml/2006/main" noGrp="1"/>
          </p:cNvSpPr>
          <p:nvPr/>
        </p:nvSpPr>
        <p:spPr>
          <a:xfrm xmlns:a="http://schemas.openxmlformats.org/drawingml/2006/main">
            <a:off x="6572250" y="4124325"/>
            <a:ext cx="895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007C79"/>
                </a:solidFill>
                <a:latin typeface="Arial"/>
                <a:ea typeface="Arial"/>
                <a:cs typeface="Arial"/>
              </a:defRPr>
            </a:defPPr>
            <a:lvl1pPr>
              <a:defRPr sz="3900" b="1">
                <a:solidFill>
                  <a:srgbClr val="007C79"/>
                </a:solidFill>
                <a:latin typeface="Arial"/>
                <a:ea typeface="Arial"/>
                <a:cs typeface="Arial"/>
              </a:defRPr>
            </a:lvl1pPr>
            <a:lvl2pPr>
              <a:defRPr sz="3900" b="1">
                <a:solidFill>
                  <a:srgbClr val="007C79"/>
                </a:solidFill>
                <a:latin typeface="Arial"/>
                <a:ea typeface="Arial"/>
                <a:cs typeface="Arial"/>
              </a:defRPr>
            </a:lvl2pPr>
            <a:lvl3pPr>
              <a:defRPr sz="3900" b="1">
                <a:solidFill>
                  <a:srgbClr val="007C79"/>
                </a:solidFill>
                <a:latin typeface="Arial"/>
                <a:ea typeface="Arial"/>
                <a:cs typeface="Arial"/>
              </a:defRPr>
            </a:lvl3pPr>
            <a:lvl4pPr>
              <a:defRPr sz="3900" b="1">
                <a:solidFill>
                  <a:srgbClr val="007C79"/>
                </a:solidFill>
                <a:latin typeface="Arial"/>
                <a:ea typeface="Arial"/>
                <a:cs typeface="Arial"/>
              </a:defRPr>
            </a:lvl4pPr>
            <a:lvl5pPr>
              <a:defRPr sz="3900" b="1">
                <a:solidFill>
                  <a:srgbClr val="007C79"/>
                </a:solidFill>
                <a:latin typeface="Arial"/>
                <a:ea typeface="Arial"/>
                <a:cs typeface="Arial"/>
              </a:defRPr>
            </a:lvl5pPr>
            <a:lvl6pPr>
              <a:defRPr sz="3900" b="1">
                <a:solidFill>
                  <a:srgbClr val="007C79"/>
                </a:solidFill>
                <a:latin typeface="Arial"/>
                <a:ea typeface="Arial"/>
                <a:cs typeface="Arial"/>
              </a:defRPr>
            </a:lvl6pPr>
            <a:lvl7pPr>
              <a:defRPr sz="3900" b="1">
                <a:solidFill>
                  <a:srgbClr val="007C79"/>
                </a:solidFill>
                <a:latin typeface="Arial"/>
                <a:ea typeface="Arial"/>
                <a:cs typeface="Arial"/>
              </a:defRPr>
            </a:lvl7pPr>
            <a:lvl8pPr>
              <a:defRPr sz="3900" b="1">
                <a:solidFill>
                  <a:srgbClr val="007C79"/>
                </a:solidFill>
                <a:latin typeface="Arial"/>
                <a:ea typeface="Arial"/>
                <a:cs typeface="Arial"/>
              </a:defRPr>
            </a:lvl8pPr>
            <a:lvl9pPr>
              <a:defRPr sz="3900" b="1">
                <a:solidFill>
                  <a:srgbClr val="007C79"/>
                </a:solidFill>
                <a:latin typeface="Arial"/>
                <a:ea typeface="Arial"/>
                <a:cs typeface="Arial"/>
              </a:defRPr>
            </a:lvl9pPr>
          </a:lstStyle>
          <a:p xmlns:a="http://schemas.openxmlformats.org/drawingml/2006/main">
            <a:pPr>
              <a:defRPr sz="3900" b="1">
                <a:solidFill>
                  <a:srgbClr val="007C79"/>
                </a:solidFill>
                <a:latin typeface="Arial"/>
                <a:ea typeface="Arial"/>
                <a:cs typeface="Arial"/>
              </a:defRPr>
            </a:pPr>
            <a:r>
              <a:rPr sz="3900" b="1">
                <a:solidFill>
                  <a:srgbClr val="007C79"/>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8FD0397F-910A-48C0-9288-C842C5C7B66E}"/>
              </a:ext>
            </a:extLst>
          </p:cNvPr>
          <p:cNvSpPr>
            <a:spLocks xmlns:a="http://schemas.openxmlformats.org/drawingml/2006/main" noGrp="1"/>
          </p:cNvSpPr>
          <p:nvPr/>
        </p:nvSpPr>
        <p:spPr>
          <a:xfrm xmlns:a="http://schemas.openxmlformats.org/drawingml/2006/main">
            <a:off x="7620000" y="4133850"/>
            <a:ext cx="423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02C3B"/>
                </a:solidFill>
                <a:latin typeface="Arial"/>
                <a:ea typeface="Arial"/>
                <a:cs typeface="Arial"/>
              </a:defRPr>
            </a:defPPr>
            <a:lvl1pPr>
              <a:defRPr sz="2250" b="1">
                <a:solidFill>
                  <a:srgbClr val="102C3B"/>
                </a:solidFill>
                <a:latin typeface="Arial"/>
                <a:ea typeface="Arial"/>
                <a:cs typeface="Arial"/>
              </a:defRPr>
            </a:lvl1pPr>
            <a:lvl2pPr>
              <a:defRPr sz="2250" b="1">
                <a:solidFill>
                  <a:srgbClr val="102C3B"/>
                </a:solidFill>
                <a:latin typeface="Arial"/>
                <a:ea typeface="Arial"/>
                <a:cs typeface="Arial"/>
              </a:defRPr>
            </a:lvl2pPr>
            <a:lvl3pPr>
              <a:defRPr sz="2250" b="1">
                <a:solidFill>
                  <a:srgbClr val="102C3B"/>
                </a:solidFill>
                <a:latin typeface="Arial"/>
                <a:ea typeface="Arial"/>
                <a:cs typeface="Arial"/>
              </a:defRPr>
            </a:lvl3pPr>
            <a:lvl4pPr>
              <a:defRPr sz="2250" b="1">
                <a:solidFill>
                  <a:srgbClr val="102C3B"/>
                </a:solidFill>
                <a:latin typeface="Arial"/>
                <a:ea typeface="Arial"/>
                <a:cs typeface="Arial"/>
              </a:defRPr>
            </a:lvl4pPr>
            <a:lvl5pPr>
              <a:defRPr sz="2250" b="1">
                <a:solidFill>
                  <a:srgbClr val="102C3B"/>
                </a:solidFill>
                <a:latin typeface="Arial"/>
                <a:ea typeface="Arial"/>
                <a:cs typeface="Arial"/>
              </a:defRPr>
            </a:lvl5pPr>
            <a:lvl6pPr>
              <a:defRPr sz="2250" b="1">
                <a:solidFill>
                  <a:srgbClr val="102C3B"/>
                </a:solidFill>
                <a:latin typeface="Arial"/>
                <a:ea typeface="Arial"/>
                <a:cs typeface="Arial"/>
              </a:defRPr>
            </a:lvl6pPr>
            <a:lvl7pPr>
              <a:defRPr sz="2250" b="1">
                <a:solidFill>
                  <a:srgbClr val="102C3B"/>
                </a:solidFill>
                <a:latin typeface="Arial"/>
                <a:ea typeface="Arial"/>
                <a:cs typeface="Arial"/>
              </a:defRPr>
            </a:lvl7pPr>
            <a:lvl8pPr>
              <a:defRPr sz="2250" b="1">
                <a:solidFill>
                  <a:srgbClr val="102C3B"/>
                </a:solidFill>
                <a:latin typeface="Arial"/>
                <a:ea typeface="Arial"/>
                <a:cs typeface="Arial"/>
              </a:defRPr>
            </a:lvl8pPr>
            <a:lvl9pPr>
              <a:defRPr sz="2250" b="1">
                <a:solidFill>
                  <a:srgbClr val="102C3B"/>
                </a:solidFill>
                <a:latin typeface="Arial"/>
                <a:ea typeface="Arial"/>
                <a:cs typeface="Arial"/>
              </a:defRPr>
            </a:lvl9pPr>
          </a:lstStyle>
          <a:p xmlns:a="http://schemas.openxmlformats.org/drawingml/2006/main">
            <a:pPr>
              <a:defRPr sz="2250" b="1">
                <a:solidFill>
                  <a:srgbClr val="102C3B"/>
                </a:solidFill>
                <a:latin typeface="Arial"/>
                <a:ea typeface="Arial"/>
                <a:cs typeface="Arial"/>
              </a:defRPr>
            </a:pPr>
            <a:r>
              <a:rPr sz="2250" b="1">
                <a:solidFill>
                  <a:srgbClr val="102C3B"/>
                </a:solidFill>
                <a:latin typeface="Arial"/>
                <a:ea typeface="Arial"/>
                <a:cs typeface="Arial"/>
              </a:rPr>
              <a:t>Konfiguracja i spis</a:t>
            </a:r>
          </a:p>
        </p:txBody>
      </p:sp>
      <p:sp>
        <p:nvSpPr>
          <p:cNvPr id="17" name="">
            <a:extLst xmlns:a="http://schemas.openxmlformats.org/drawingml/2006/main">
              <a:ext uri="{FF2B5EF4-FFF2-40B4-BE49-F238E27FC236}">
                <a16:creationId xmlns:a16="http://schemas.microsoft.com/office/drawing/2014/main" id="{F7741236-1462-415B-9268-1284423D50A7}"/>
              </a:ext>
            </a:extLst>
          </p:cNvPr>
          <p:cNvSpPr>
            <a:spLocks xmlns:a="http://schemas.openxmlformats.org/drawingml/2006/main" noGrp="1"/>
          </p:cNvSpPr>
          <p:nvPr/>
        </p:nvSpPr>
        <p:spPr>
          <a:xfrm xmlns:a="http://schemas.openxmlformats.org/drawingml/2006/main">
            <a:off x="7620000" y="4686300"/>
            <a:ext cx="4238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07C79"/>
                </a:solidFill>
                <a:latin typeface="Arial"/>
                <a:ea typeface="Arial"/>
                <a:cs typeface="Arial"/>
              </a:defRPr>
            </a:defPPr>
            <a:lvl1pPr>
              <a:defRPr sz="1725" b="1">
                <a:solidFill>
                  <a:srgbClr val="007C79"/>
                </a:solidFill>
                <a:latin typeface="Arial"/>
                <a:ea typeface="Arial"/>
                <a:cs typeface="Arial"/>
              </a:defRPr>
            </a:lvl1pPr>
            <a:lvl2pPr>
              <a:defRPr sz="1725" b="1">
                <a:solidFill>
                  <a:srgbClr val="007C79"/>
                </a:solidFill>
                <a:latin typeface="Arial"/>
                <a:ea typeface="Arial"/>
                <a:cs typeface="Arial"/>
              </a:defRPr>
            </a:lvl2pPr>
            <a:lvl3pPr>
              <a:defRPr sz="1725" b="1">
                <a:solidFill>
                  <a:srgbClr val="007C79"/>
                </a:solidFill>
                <a:latin typeface="Arial"/>
                <a:ea typeface="Arial"/>
                <a:cs typeface="Arial"/>
              </a:defRPr>
            </a:lvl3pPr>
            <a:lvl4pPr>
              <a:defRPr sz="1725" b="1">
                <a:solidFill>
                  <a:srgbClr val="007C79"/>
                </a:solidFill>
                <a:latin typeface="Arial"/>
                <a:ea typeface="Arial"/>
                <a:cs typeface="Arial"/>
              </a:defRPr>
            </a:lvl4pPr>
            <a:lvl5pPr>
              <a:defRPr sz="1725" b="1">
                <a:solidFill>
                  <a:srgbClr val="007C79"/>
                </a:solidFill>
                <a:latin typeface="Arial"/>
                <a:ea typeface="Arial"/>
                <a:cs typeface="Arial"/>
              </a:defRPr>
            </a:lvl5pPr>
            <a:lvl6pPr>
              <a:defRPr sz="1725" b="1">
                <a:solidFill>
                  <a:srgbClr val="007C79"/>
                </a:solidFill>
                <a:latin typeface="Arial"/>
                <a:ea typeface="Arial"/>
                <a:cs typeface="Arial"/>
              </a:defRPr>
            </a:lvl6pPr>
            <a:lvl7pPr>
              <a:defRPr sz="1725" b="1">
                <a:solidFill>
                  <a:srgbClr val="007C79"/>
                </a:solidFill>
                <a:latin typeface="Arial"/>
                <a:ea typeface="Arial"/>
                <a:cs typeface="Arial"/>
              </a:defRPr>
            </a:lvl7pPr>
            <a:lvl8pPr>
              <a:defRPr sz="1725" b="1">
                <a:solidFill>
                  <a:srgbClr val="007C79"/>
                </a:solidFill>
                <a:latin typeface="Arial"/>
                <a:ea typeface="Arial"/>
                <a:cs typeface="Arial"/>
              </a:defRPr>
            </a:lvl8pPr>
            <a:lvl9pPr>
              <a:defRPr sz="1725" b="1">
                <a:solidFill>
                  <a:srgbClr val="007C79"/>
                </a:solidFill>
                <a:latin typeface="Arial"/>
                <a:ea typeface="Arial"/>
                <a:cs typeface="Arial"/>
              </a:defRPr>
            </a:lvl9pPr>
          </a:lstStyle>
          <a:p xmlns:a="http://schemas.openxmlformats.org/drawingml/2006/main">
            <a:pPr>
              <a:defRPr sz="1725" b="1">
                <a:solidFill>
                  <a:srgbClr val="007C79"/>
                </a:solidFill>
                <a:latin typeface="Arial"/>
                <a:ea typeface="Arial"/>
                <a:cs typeface="Arial"/>
              </a:defRPr>
            </a:pPr>
            <a:r>
              <a:rPr sz="1725" b="1">
                <a:solidFill>
                  <a:srgbClr val="007C79"/>
                </a:solidFill>
                <a:latin typeface="Arial"/>
                <a:ea typeface="Arial"/>
                <a:cs typeface="Arial"/>
              </a:rPr>
              <a:t>API8, API9</a:t>
            </a:r>
          </a:p>
        </p:txBody>
      </p:sp>
      <p:sp>
        <p:nvSpPr>
          <p:cNvPr id="18" name="">
            <a:extLst xmlns:a="http://schemas.openxmlformats.org/drawingml/2006/main">
              <a:ext uri="{FF2B5EF4-FFF2-40B4-BE49-F238E27FC236}">
                <a16:creationId xmlns:a16="http://schemas.microsoft.com/office/drawing/2014/main" id="{C034AB5F-54BD-4B79-9FC5-D5035E92D27D}"/>
              </a:ext>
            </a:extLst>
          </p:cNvPr>
          <p:cNvSpPr>
            <a:spLocks xmlns:a="http://schemas.openxmlformats.org/drawingml/2006/main" noGrp="1"/>
          </p:cNvSpPr>
          <p:nvPr/>
        </p:nvSpPr>
        <p:spPr>
          <a:xfrm xmlns:a="http://schemas.openxmlformats.org/drawingml/2006/main">
            <a:off x="7620000" y="5114925"/>
            <a:ext cx="4238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02C3B"/>
                </a:solidFill>
                <a:latin typeface="Arial"/>
                <a:ea typeface="Arial"/>
                <a:cs typeface="Arial"/>
              </a:defRPr>
            </a:defPPr>
            <a:lvl1pPr>
              <a:defRPr sz="1875" b="0">
                <a:solidFill>
                  <a:srgbClr val="102C3B"/>
                </a:solidFill>
                <a:latin typeface="Arial"/>
                <a:ea typeface="Arial"/>
                <a:cs typeface="Arial"/>
              </a:defRPr>
            </a:lvl1pPr>
            <a:lvl2pPr>
              <a:defRPr sz="1875" b="0">
                <a:solidFill>
                  <a:srgbClr val="102C3B"/>
                </a:solidFill>
                <a:latin typeface="Arial"/>
                <a:ea typeface="Arial"/>
                <a:cs typeface="Arial"/>
              </a:defRPr>
            </a:lvl2pPr>
            <a:lvl3pPr>
              <a:defRPr sz="1875" b="0">
                <a:solidFill>
                  <a:srgbClr val="102C3B"/>
                </a:solidFill>
                <a:latin typeface="Arial"/>
                <a:ea typeface="Arial"/>
                <a:cs typeface="Arial"/>
              </a:defRPr>
            </a:lvl3pPr>
            <a:lvl4pPr>
              <a:defRPr sz="1875" b="0">
                <a:solidFill>
                  <a:srgbClr val="102C3B"/>
                </a:solidFill>
                <a:latin typeface="Arial"/>
                <a:ea typeface="Arial"/>
                <a:cs typeface="Arial"/>
              </a:defRPr>
            </a:lvl4pPr>
            <a:lvl5pPr>
              <a:defRPr sz="1875" b="0">
                <a:solidFill>
                  <a:srgbClr val="102C3B"/>
                </a:solidFill>
                <a:latin typeface="Arial"/>
                <a:ea typeface="Arial"/>
                <a:cs typeface="Arial"/>
              </a:defRPr>
            </a:lvl5pPr>
            <a:lvl6pPr>
              <a:defRPr sz="1875" b="0">
                <a:solidFill>
                  <a:srgbClr val="102C3B"/>
                </a:solidFill>
                <a:latin typeface="Arial"/>
                <a:ea typeface="Arial"/>
                <a:cs typeface="Arial"/>
              </a:defRPr>
            </a:lvl6pPr>
            <a:lvl7pPr>
              <a:defRPr sz="1875" b="0">
                <a:solidFill>
                  <a:srgbClr val="102C3B"/>
                </a:solidFill>
                <a:latin typeface="Arial"/>
                <a:ea typeface="Arial"/>
                <a:cs typeface="Arial"/>
              </a:defRPr>
            </a:lvl7pPr>
            <a:lvl8pPr>
              <a:defRPr sz="1875" b="0">
                <a:solidFill>
                  <a:srgbClr val="102C3B"/>
                </a:solidFill>
                <a:latin typeface="Arial"/>
                <a:ea typeface="Arial"/>
                <a:cs typeface="Arial"/>
              </a:defRPr>
            </a:lvl8pPr>
            <a:lvl9pPr>
              <a:defRPr sz="1875" b="0">
                <a:solidFill>
                  <a:srgbClr val="102C3B"/>
                </a:solidFill>
                <a:latin typeface="Arial"/>
                <a:ea typeface="Arial"/>
                <a:cs typeface="Arial"/>
              </a:defRPr>
            </a:lvl9pPr>
          </a:lstStyle>
          <a:p xmlns:a="http://schemas.openxmlformats.org/drawingml/2006/main">
            <a:pPr>
              <a:defRPr sz="1875" b="0">
                <a:solidFill>
                  <a:srgbClr val="102C3B"/>
                </a:solidFill>
                <a:latin typeface="Arial"/>
                <a:ea typeface="Arial"/>
                <a:cs typeface="Arial"/>
              </a:defRPr>
            </a:pPr>
            <a:r>
              <a:rPr sz="1875" b="0">
                <a:solidFill>
                  <a:srgbClr val="102C3B"/>
                </a:solidFill>
                <a:latin typeface="Arial"/>
                <a:ea typeface="Arial"/>
                <a:cs typeface="Arial"/>
              </a:rPr>
              <a:t>Błędy ustawień i zapomniane wersje.</a:t>
            </a:r>
          </a:p>
        </p:txBody>
      </p:sp>
    </p:spTree>
    <p:extLst>
      <p:ext uri="{BB962C8B-B14F-4D97-AF65-F5344CB8AC3E}">
        <p14:creationId xmlns:p14="http://schemas.microsoft.com/office/powerpoint/2010/main" val="1219057336"/>
      </p:ext>
    </p:extLst>
  </p:cSld>
</p:sld>
</file>

<file path=ppt/slides/slide6.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ECE258-5ABC-4F2D-A80E-66E9B3C05074}"/>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F5F8F8"/>
                </a:solidFill>
                <a:latin typeface="Arial"/>
                <a:ea typeface="Arial"/>
                <a:cs typeface="Arial"/>
              </a:defRPr>
            </a:defPPr>
            <a:lvl1pPr>
              <a:defRPr sz="4200" b="1">
                <a:solidFill>
                  <a:srgbClr val="F5F8F8"/>
                </a:solidFill>
                <a:latin typeface="Arial"/>
                <a:ea typeface="Arial"/>
                <a:cs typeface="Arial"/>
              </a:defRPr>
            </a:lvl1pPr>
            <a:lvl2pPr>
              <a:defRPr sz="4200" b="1">
                <a:solidFill>
                  <a:srgbClr val="F5F8F8"/>
                </a:solidFill>
                <a:latin typeface="Arial"/>
                <a:ea typeface="Arial"/>
                <a:cs typeface="Arial"/>
              </a:defRPr>
            </a:lvl2pPr>
            <a:lvl3pPr>
              <a:defRPr sz="4200" b="1">
                <a:solidFill>
                  <a:srgbClr val="F5F8F8"/>
                </a:solidFill>
                <a:latin typeface="Arial"/>
                <a:ea typeface="Arial"/>
                <a:cs typeface="Arial"/>
              </a:defRPr>
            </a:lvl3pPr>
            <a:lvl4pPr>
              <a:defRPr sz="4200" b="1">
                <a:solidFill>
                  <a:srgbClr val="F5F8F8"/>
                </a:solidFill>
                <a:latin typeface="Arial"/>
                <a:ea typeface="Arial"/>
                <a:cs typeface="Arial"/>
              </a:defRPr>
            </a:lvl4pPr>
            <a:lvl5pPr>
              <a:defRPr sz="4200" b="1">
                <a:solidFill>
                  <a:srgbClr val="F5F8F8"/>
                </a:solidFill>
                <a:latin typeface="Arial"/>
                <a:ea typeface="Arial"/>
                <a:cs typeface="Arial"/>
              </a:defRPr>
            </a:lvl5pPr>
            <a:lvl6pPr>
              <a:defRPr sz="4200" b="1">
                <a:solidFill>
                  <a:srgbClr val="F5F8F8"/>
                </a:solidFill>
                <a:latin typeface="Arial"/>
                <a:ea typeface="Arial"/>
                <a:cs typeface="Arial"/>
              </a:defRPr>
            </a:lvl6pPr>
            <a:lvl7pPr>
              <a:defRPr sz="4200" b="1">
                <a:solidFill>
                  <a:srgbClr val="F5F8F8"/>
                </a:solidFill>
                <a:latin typeface="Arial"/>
                <a:ea typeface="Arial"/>
                <a:cs typeface="Arial"/>
              </a:defRPr>
            </a:lvl7pPr>
            <a:lvl8pPr>
              <a:defRPr sz="4200" b="1">
                <a:solidFill>
                  <a:srgbClr val="F5F8F8"/>
                </a:solidFill>
                <a:latin typeface="Arial"/>
                <a:ea typeface="Arial"/>
                <a:cs typeface="Arial"/>
              </a:defRPr>
            </a:lvl8pPr>
            <a:lvl9pPr>
              <a:defRPr sz="4200" b="1">
                <a:solidFill>
                  <a:srgbClr val="F5F8F8"/>
                </a:solidFill>
                <a:latin typeface="Arial"/>
                <a:ea typeface="Arial"/>
                <a:cs typeface="Arial"/>
              </a:defRPr>
            </a:lvl9pPr>
          </a:lstStyle>
          <a:p xmlns:a="http://schemas.openxmlformats.org/drawingml/2006/main">
            <a:pPr>
              <a:defRPr sz="4200" b="1">
                <a:solidFill>
                  <a:srgbClr val="F5F8F8"/>
                </a:solidFill>
                <a:latin typeface="Arial"/>
                <a:ea typeface="Arial"/>
                <a:cs typeface="Arial"/>
              </a:defRPr>
            </a:pPr>
            <a:r>
              <a:rPr sz="4200" b="1">
                <a:solidFill>
                  <a:srgbClr val="F5F8F8"/>
                </a:solidFill>
                <a:latin typeface="Arial"/>
                <a:ea typeface="Arial"/>
                <a:cs typeface="Arial"/>
              </a:rPr>
              <a:t>BOLA: cudze zamówienie</a:t>
            </a:r>
          </a:p>
        </p:txBody>
      </p:sp>
      <p:sp>
        <p:nvSpPr>
          <p:cNvPr id="2" name="">
            <a:extLst xmlns:a="http://schemas.openxmlformats.org/drawingml/2006/main">
              <a:ext uri="{FF2B5EF4-FFF2-40B4-BE49-F238E27FC236}">
                <a16:creationId xmlns:a16="http://schemas.microsoft.com/office/drawing/2014/main" id="{4F702D3C-4435-4C31-BF67-D8974C2BB26A}"/>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819B12D-4817-44DC-B1AE-5BED93503C2E}"/>
              </a:ext>
            </a:extLst>
          </p:cNvPr>
          <p:cNvSpPr>
            <a:spLocks xmlns:a="http://schemas.openxmlformats.org/drawingml/2006/main" noGrp="1"/>
          </p:cNvSpPr>
          <p:nvPr/>
        </p:nvSpPr>
        <p:spPr>
          <a:xfrm xmlns:a="http://schemas.openxmlformats.org/drawingml/2006/main">
            <a:off x="628650" y="16287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A1BCC5"/>
                </a:solidFill>
                <a:latin typeface="Arial"/>
                <a:ea typeface="Arial"/>
                <a:cs typeface="Arial"/>
              </a:defRPr>
            </a:defPPr>
            <a:lvl1pPr>
              <a:defRPr sz="2100" b="0">
                <a:solidFill>
                  <a:srgbClr val="A1BCC5"/>
                </a:solidFill>
                <a:latin typeface="Arial"/>
                <a:ea typeface="Arial"/>
                <a:cs typeface="Arial"/>
              </a:defRPr>
            </a:lvl1pPr>
            <a:lvl2pPr>
              <a:defRPr sz="2100" b="0">
                <a:solidFill>
                  <a:srgbClr val="A1BCC5"/>
                </a:solidFill>
                <a:latin typeface="Arial"/>
                <a:ea typeface="Arial"/>
                <a:cs typeface="Arial"/>
              </a:defRPr>
            </a:lvl2pPr>
            <a:lvl3pPr>
              <a:defRPr sz="2100" b="0">
                <a:solidFill>
                  <a:srgbClr val="A1BCC5"/>
                </a:solidFill>
                <a:latin typeface="Arial"/>
                <a:ea typeface="Arial"/>
                <a:cs typeface="Arial"/>
              </a:defRPr>
            </a:lvl3pPr>
            <a:lvl4pPr>
              <a:defRPr sz="2100" b="0">
                <a:solidFill>
                  <a:srgbClr val="A1BCC5"/>
                </a:solidFill>
                <a:latin typeface="Arial"/>
                <a:ea typeface="Arial"/>
                <a:cs typeface="Arial"/>
              </a:defRPr>
            </a:lvl4pPr>
            <a:lvl5pPr>
              <a:defRPr sz="2100" b="0">
                <a:solidFill>
                  <a:srgbClr val="A1BCC5"/>
                </a:solidFill>
                <a:latin typeface="Arial"/>
                <a:ea typeface="Arial"/>
                <a:cs typeface="Arial"/>
              </a:defRPr>
            </a:lvl5pPr>
            <a:lvl6pPr>
              <a:defRPr sz="2100" b="0">
                <a:solidFill>
                  <a:srgbClr val="A1BCC5"/>
                </a:solidFill>
                <a:latin typeface="Arial"/>
                <a:ea typeface="Arial"/>
                <a:cs typeface="Arial"/>
              </a:defRPr>
            </a:lvl6pPr>
            <a:lvl7pPr>
              <a:defRPr sz="2100" b="0">
                <a:solidFill>
                  <a:srgbClr val="A1BCC5"/>
                </a:solidFill>
                <a:latin typeface="Arial"/>
                <a:ea typeface="Arial"/>
                <a:cs typeface="Arial"/>
              </a:defRPr>
            </a:lvl7pPr>
            <a:lvl8pPr>
              <a:defRPr sz="2100" b="0">
                <a:solidFill>
                  <a:srgbClr val="A1BCC5"/>
                </a:solidFill>
                <a:latin typeface="Arial"/>
                <a:ea typeface="Arial"/>
                <a:cs typeface="Arial"/>
              </a:defRPr>
            </a:lvl8pPr>
            <a:lvl9pPr>
              <a:defRPr sz="2100" b="0">
                <a:solidFill>
                  <a:srgbClr val="A1BCC5"/>
                </a:solidFill>
                <a:latin typeface="Arial"/>
                <a:ea typeface="Arial"/>
                <a:cs typeface="Arial"/>
              </a:defRPr>
            </a:lvl9pPr>
          </a:lstStyle>
          <a:p xmlns:a="http://schemas.openxmlformats.org/drawingml/2006/main">
            <a:pPr>
              <a:defRPr sz="2100" b="0">
                <a:solidFill>
                  <a:srgbClr val="A1BCC5"/>
                </a:solidFill>
                <a:latin typeface="Arial"/>
                <a:ea typeface="Arial"/>
                <a:cs typeface="Arial"/>
              </a:defRPr>
            </a:pPr>
            <a:r>
              <a:rPr sz="2100" b="0">
                <a:solidFill>
                  <a:srgbClr val="A1BCC5"/>
                </a:solidFill>
                <a:latin typeface="Arial"/>
                <a:ea typeface="Arial"/>
                <a:cs typeface="Arial"/>
              </a:rPr>
              <a:t>Anna ma ważny token. Zmienia tylko numer zasobu.</a:t>
            </a:r>
          </a:p>
        </p:txBody>
      </p:sp>
      <p:sp>
        <p:nvSpPr>
          <p:cNvPr id="4" name="">
            <a:extLst xmlns:a="http://schemas.openxmlformats.org/drawingml/2006/main">
              <a:ext uri="{FF2B5EF4-FFF2-40B4-BE49-F238E27FC236}">
                <a16:creationId xmlns:a16="http://schemas.microsoft.com/office/drawing/2014/main" id="{A158B871-D650-48FB-AE64-F657482BE6B3}"/>
              </a:ext>
            </a:extLst>
          </p:cNvPr>
          <p:cNvSpPr>
            <a:spLocks xmlns:a="http://schemas.openxmlformats.org/drawingml/2006/main" noGrp="1"/>
          </p:cNvSpPr>
          <p:nvPr/>
        </p:nvSpPr>
        <p:spPr>
          <a:xfrm xmlns:a="http://schemas.openxmlformats.org/drawingml/2006/main">
            <a:off x="628650" y="26955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59E4CB"/>
                </a:solidFill>
                <a:latin typeface="Arial"/>
                <a:ea typeface="Arial"/>
                <a:cs typeface="Arial"/>
              </a:defRPr>
            </a:defPPr>
            <a:lvl1pPr>
              <a:defRPr sz="4800" b="1">
                <a:solidFill>
                  <a:srgbClr val="59E4CB"/>
                </a:solidFill>
                <a:latin typeface="Arial"/>
                <a:ea typeface="Arial"/>
                <a:cs typeface="Arial"/>
              </a:defRPr>
            </a:lvl1pPr>
            <a:lvl2pPr>
              <a:defRPr sz="4800" b="1">
                <a:solidFill>
                  <a:srgbClr val="59E4CB"/>
                </a:solidFill>
                <a:latin typeface="Arial"/>
                <a:ea typeface="Arial"/>
                <a:cs typeface="Arial"/>
              </a:defRPr>
            </a:lvl2pPr>
            <a:lvl3pPr>
              <a:defRPr sz="4800" b="1">
                <a:solidFill>
                  <a:srgbClr val="59E4CB"/>
                </a:solidFill>
                <a:latin typeface="Arial"/>
                <a:ea typeface="Arial"/>
                <a:cs typeface="Arial"/>
              </a:defRPr>
            </a:lvl3pPr>
            <a:lvl4pPr>
              <a:defRPr sz="4800" b="1">
                <a:solidFill>
                  <a:srgbClr val="59E4CB"/>
                </a:solidFill>
                <a:latin typeface="Arial"/>
                <a:ea typeface="Arial"/>
                <a:cs typeface="Arial"/>
              </a:defRPr>
            </a:lvl4pPr>
            <a:lvl5pPr>
              <a:defRPr sz="4800" b="1">
                <a:solidFill>
                  <a:srgbClr val="59E4CB"/>
                </a:solidFill>
                <a:latin typeface="Arial"/>
                <a:ea typeface="Arial"/>
                <a:cs typeface="Arial"/>
              </a:defRPr>
            </a:lvl5pPr>
            <a:lvl6pPr>
              <a:defRPr sz="4800" b="1">
                <a:solidFill>
                  <a:srgbClr val="59E4CB"/>
                </a:solidFill>
                <a:latin typeface="Arial"/>
                <a:ea typeface="Arial"/>
                <a:cs typeface="Arial"/>
              </a:defRPr>
            </a:lvl6pPr>
            <a:lvl7pPr>
              <a:defRPr sz="4800" b="1">
                <a:solidFill>
                  <a:srgbClr val="59E4CB"/>
                </a:solidFill>
                <a:latin typeface="Arial"/>
                <a:ea typeface="Arial"/>
                <a:cs typeface="Arial"/>
              </a:defRPr>
            </a:lvl7pPr>
            <a:lvl8pPr>
              <a:defRPr sz="4800" b="1">
                <a:solidFill>
                  <a:srgbClr val="59E4CB"/>
                </a:solidFill>
                <a:latin typeface="Arial"/>
                <a:ea typeface="Arial"/>
                <a:cs typeface="Arial"/>
              </a:defRPr>
            </a:lvl8pPr>
            <a:lvl9pPr>
              <a:defRPr sz="4800" b="1">
                <a:solidFill>
                  <a:srgbClr val="59E4CB"/>
                </a:solidFill>
                <a:latin typeface="Arial"/>
                <a:ea typeface="Arial"/>
                <a:cs typeface="Arial"/>
              </a:defRPr>
            </a:lvl9pPr>
          </a:lstStyle>
          <a:p xmlns:a="http://schemas.openxmlformats.org/drawingml/2006/main">
            <a:pPr>
              <a:defRPr sz="4800" b="1">
                <a:solidFill>
                  <a:srgbClr val="59E4CB"/>
                </a:solidFill>
                <a:latin typeface="Arial"/>
                <a:ea typeface="Arial"/>
                <a:cs typeface="Arial"/>
              </a:defRPr>
            </a:pPr>
            <a:r>
              <a:rPr sz="4800" b="1">
                <a:solidFill>
                  <a:srgbClr val="59E4CB"/>
                </a:solidFill>
                <a:latin typeface="Arial"/>
                <a:ea typeface="Arial"/>
                <a:cs typeface="Arial"/>
              </a:rPr>
              <a:t>GET /orders/204</a:t>
            </a:r>
          </a:p>
        </p:txBody>
      </p:sp>
      <p:sp>
        <p:nvSpPr>
          <p:cNvPr id="5" name="">
            <a:extLst xmlns:a="http://schemas.openxmlformats.org/drawingml/2006/main">
              <a:ext uri="{FF2B5EF4-FFF2-40B4-BE49-F238E27FC236}">
                <a16:creationId xmlns:a16="http://schemas.microsoft.com/office/drawing/2014/main" id="{E819325B-4A15-444B-A9DC-14E89C910BA7}"/>
              </a:ext>
            </a:extLst>
          </p:cNvPr>
          <p:cNvSpPr>
            <a:spLocks xmlns:a="http://schemas.openxmlformats.org/drawingml/2006/main" noGrp="1"/>
          </p:cNvSpPr>
          <p:nvPr/>
        </p:nvSpPr>
        <p:spPr>
          <a:xfrm xmlns:a="http://schemas.openxmlformats.org/drawingml/2006/main">
            <a:off x="8524875" y="2886075"/>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Własne zamówienie</a:t>
            </a:r>
          </a:p>
        </p:txBody>
      </p:sp>
      <p:sp>
        <p:nvSpPr>
          <p:cNvPr id="6" name="">
            <a:extLst xmlns:a="http://schemas.openxmlformats.org/drawingml/2006/main">
              <a:ext uri="{FF2B5EF4-FFF2-40B4-BE49-F238E27FC236}">
                <a16:creationId xmlns:a16="http://schemas.microsoft.com/office/drawing/2014/main" id="{10D4EDFB-2571-420D-A239-1286EF12F863}"/>
              </a:ext>
            </a:extLst>
          </p:cNvPr>
          <p:cNvSpPr>
            <a:spLocks xmlns:a="http://schemas.openxmlformats.org/drawingml/2006/main" noGrp="1"/>
          </p:cNvSpPr>
          <p:nvPr/>
        </p:nvSpPr>
        <p:spPr>
          <a:xfrm xmlns:a="http://schemas.openxmlformats.org/drawingml/2006/main">
            <a:off x="628650" y="3848100"/>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F7869"/>
                </a:solidFill>
                <a:latin typeface="Arial"/>
                <a:ea typeface="Arial"/>
                <a:cs typeface="Arial"/>
              </a:defRPr>
            </a:defPPr>
            <a:lvl1pPr>
              <a:defRPr sz="4800" b="1">
                <a:solidFill>
                  <a:srgbClr val="FF7869"/>
                </a:solidFill>
                <a:latin typeface="Arial"/>
                <a:ea typeface="Arial"/>
                <a:cs typeface="Arial"/>
              </a:defRPr>
            </a:lvl1pPr>
            <a:lvl2pPr>
              <a:defRPr sz="4800" b="1">
                <a:solidFill>
                  <a:srgbClr val="FF7869"/>
                </a:solidFill>
                <a:latin typeface="Arial"/>
                <a:ea typeface="Arial"/>
                <a:cs typeface="Arial"/>
              </a:defRPr>
            </a:lvl2pPr>
            <a:lvl3pPr>
              <a:defRPr sz="4800" b="1">
                <a:solidFill>
                  <a:srgbClr val="FF7869"/>
                </a:solidFill>
                <a:latin typeface="Arial"/>
                <a:ea typeface="Arial"/>
                <a:cs typeface="Arial"/>
              </a:defRPr>
            </a:lvl3pPr>
            <a:lvl4pPr>
              <a:defRPr sz="4800" b="1">
                <a:solidFill>
                  <a:srgbClr val="FF7869"/>
                </a:solidFill>
                <a:latin typeface="Arial"/>
                <a:ea typeface="Arial"/>
                <a:cs typeface="Arial"/>
              </a:defRPr>
            </a:lvl4pPr>
            <a:lvl5pPr>
              <a:defRPr sz="4800" b="1">
                <a:solidFill>
                  <a:srgbClr val="FF7869"/>
                </a:solidFill>
                <a:latin typeface="Arial"/>
                <a:ea typeface="Arial"/>
                <a:cs typeface="Arial"/>
              </a:defRPr>
            </a:lvl5pPr>
            <a:lvl6pPr>
              <a:defRPr sz="4800" b="1">
                <a:solidFill>
                  <a:srgbClr val="FF7869"/>
                </a:solidFill>
                <a:latin typeface="Arial"/>
                <a:ea typeface="Arial"/>
                <a:cs typeface="Arial"/>
              </a:defRPr>
            </a:lvl6pPr>
            <a:lvl7pPr>
              <a:defRPr sz="4800" b="1">
                <a:solidFill>
                  <a:srgbClr val="FF7869"/>
                </a:solidFill>
                <a:latin typeface="Arial"/>
                <a:ea typeface="Arial"/>
                <a:cs typeface="Arial"/>
              </a:defRPr>
            </a:lvl7pPr>
            <a:lvl8pPr>
              <a:defRPr sz="4800" b="1">
                <a:solidFill>
                  <a:srgbClr val="FF7869"/>
                </a:solidFill>
                <a:latin typeface="Arial"/>
                <a:ea typeface="Arial"/>
                <a:cs typeface="Arial"/>
              </a:defRPr>
            </a:lvl8pPr>
            <a:lvl9pPr>
              <a:defRPr sz="4800" b="1">
                <a:solidFill>
                  <a:srgbClr val="FF7869"/>
                </a:solidFill>
                <a:latin typeface="Arial"/>
                <a:ea typeface="Arial"/>
                <a:cs typeface="Arial"/>
              </a:defRPr>
            </a:lvl9pPr>
          </a:lstStyle>
          <a:p xmlns:a="http://schemas.openxmlformats.org/drawingml/2006/main">
            <a:pPr>
              <a:defRPr sz="4800" b="1">
                <a:solidFill>
                  <a:srgbClr val="FF7869"/>
                </a:solidFill>
                <a:latin typeface="Arial"/>
                <a:ea typeface="Arial"/>
                <a:cs typeface="Arial"/>
              </a:defRPr>
            </a:pPr>
            <a:r>
              <a:rPr sz="4800" b="1">
                <a:solidFill>
                  <a:srgbClr val="FF7869"/>
                </a:solidFill>
                <a:latin typeface="Arial"/>
                <a:ea typeface="Arial"/>
                <a:cs typeface="Arial"/>
              </a:rPr>
              <a:t>GET /orders/205</a:t>
            </a:r>
          </a:p>
        </p:txBody>
      </p:sp>
      <p:sp>
        <p:nvSpPr>
          <p:cNvPr id="7" name="">
            <a:extLst xmlns:a="http://schemas.openxmlformats.org/drawingml/2006/main">
              <a:ext uri="{FF2B5EF4-FFF2-40B4-BE49-F238E27FC236}">
                <a16:creationId xmlns:a16="http://schemas.microsoft.com/office/drawing/2014/main" id="{9B714D6A-DA99-40A3-A55B-56460F9690D9}"/>
              </a:ext>
            </a:extLst>
          </p:cNvPr>
          <p:cNvSpPr>
            <a:spLocks xmlns:a="http://schemas.openxmlformats.org/drawingml/2006/main" noGrp="1"/>
          </p:cNvSpPr>
          <p:nvPr/>
        </p:nvSpPr>
        <p:spPr>
          <a:xfrm xmlns:a="http://schemas.openxmlformats.org/drawingml/2006/main">
            <a:off x="8524875" y="4038600"/>
            <a:ext cx="295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F7869"/>
                </a:solidFill>
                <a:latin typeface="Arial"/>
                <a:ea typeface="Arial"/>
                <a:cs typeface="Arial"/>
              </a:defRPr>
            </a:defPPr>
            <a:lvl1pPr>
              <a:defRPr sz="1950" b="0">
                <a:solidFill>
                  <a:srgbClr val="FF7869"/>
                </a:solidFill>
                <a:latin typeface="Arial"/>
                <a:ea typeface="Arial"/>
                <a:cs typeface="Arial"/>
              </a:defRPr>
            </a:lvl1pPr>
            <a:lvl2pPr>
              <a:defRPr sz="1950" b="0">
                <a:solidFill>
                  <a:srgbClr val="FF7869"/>
                </a:solidFill>
                <a:latin typeface="Arial"/>
                <a:ea typeface="Arial"/>
                <a:cs typeface="Arial"/>
              </a:defRPr>
            </a:lvl2pPr>
            <a:lvl3pPr>
              <a:defRPr sz="1950" b="0">
                <a:solidFill>
                  <a:srgbClr val="FF7869"/>
                </a:solidFill>
                <a:latin typeface="Arial"/>
                <a:ea typeface="Arial"/>
                <a:cs typeface="Arial"/>
              </a:defRPr>
            </a:lvl3pPr>
            <a:lvl4pPr>
              <a:defRPr sz="1950" b="0">
                <a:solidFill>
                  <a:srgbClr val="FF7869"/>
                </a:solidFill>
                <a:latin typeface="Arial"/>
                <a:ea typeface="Arial"/>
                <a:cs typeface="Arial"/>
              </a:defRPr>
            </a:lvl4pPr>
            <a:lvl5pPr>
              <a:defRPr sz="1950" b="0">
                <a:solidFill>
                  <a:srgbClr val="FF7869"/>
                </a:solidFill>
                <a:latin typeface="Arial"/>
                <a:ea typeface="Arial"/>
                <a:cs typeface="Arial"/>
              </a:defRPr>
            </a:lvl5pPr>
            <a:lvl6pPr>
              <a:defRPr sz="1950" b="0">
                <a:solidFill>
                  <a:srgbClr val="FF7869"/>
                </a:solidFill>
                <a:latin typeface="Arial"/>
                <a:ea typeface="Arial"/>
                <a:cs typeface="Arial"/>
              </a:defRPr>
            </a:lvl6pPr>
            <a:lvl7pPr>
              <a:defRPr sz="1950" b="0">
                <a:solidFill>
                  <a:srgbClr val="FF7869"/>
                </a:solidFill>
                <a:latin typeface="Arial"/>
                <a:ea typeface="Arial"/>
                <a:cs typeface="Arial"/>
              </a:defRPr>
            </a:lvl7pPr>
            <a:lvl8pPr>
              <a:defRPr sz="1950" b="0">
                <a:solidFill>
                  <a:srgbClr val="FF7869"/>
                </a:solidFill>
                <a:latin typeface="Arial"/>
                <a:ea typeface="Arial"/>
                <a:cs typeface="Arial"/>
              </a:defRPr>
            </a:lvl8pPr>
            <a:lvl9pPr>
              <a:defRPr sz="1950" b="0">
                <a:solidFill>
                  <a:srgbClr val="FF7869"/>
                </a:solidFill>
                <a:latin typeface="Arial"/>
                <a:ea typeface="Arial"/>
                <a:cs typeface="Arial"/>
              </a:defRPr>
            </a:lvl9pPr>
          </a:lstStyle>
          <a:p xmlns:a="http://schemas.openxmlformats.org/drawingml/2006/main">
            <a:pPr>
              <a:defRPr sz="1950" b="0">
                <a:solidFill>
                  <a:srgbClr val="FF7869"/>
                </a:solidFill>
                <a:latin typeface="Arial"/>
                <a:ea typeface="Arial"/>
                <a:cs typeface="Arial"/>
              </a:defRPr>
            </a:pPr>
            <a:r>
              <a:rPr sz="1950" b="0">
                <a:solidFill>
                  <a:srgbClr val="FF7869"/>
                </a:solidFill>
                <a:latin typeface="Arial"/>
                <a:ea typeface="Arial"/>
                <a:cs typeface="Arial"/>
              </a:rPr>
              <a:t>Zamówienie Bartka</a:t>
            </a:r>
          </a:p>
        </p:txBody>
      </p:sp>
      <p:sp>
        <p:nvSpPr>
          <p:cNvPr id="8" name="">
            <a:extLst xmlns:a="http://schemas.openxmlformats.org/drawingml/2006/main">
              <a:ext uri="{FF2B5EF4-FFF2-40B4-BE49-F238E27FC236}">
                <a16:creationId xmlns:a16="http://schemas.microsoft.com/office/drawing/2014/main" id="{9D65E179-0FB2-49C3-A1F1-4DE543D32974}"/>
              </a:ext>
            </a:extLst>
          </p:cNvPr>
          <p:cNvSpPr>
            <a:spLocks xmlns:a="http://schemas.openxmlformats.org/drawingml/2006/main" noGrp="1"/>
          </p:cNvSpPr>
          <p:nvPr/>
        </p:nvSpPr>
        <p:spPr>
          <a:xfrm xmlns:a="http://schemas.openxmlformats.org/drawingml/2006/main">
            <a:off x="628650" y="55626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F5F8F8"/>
                </a:solidFill>
                <a:latin typeface="Arial"/>
                <a:ea typeface="Arial"/>
                <a:cs typeface="Arial"/>
              </a:defRPr>
            </a:defPPr>
            <a:lvl1pPr>
              <a:defRPr sz="2700" b="1">
                <a:solidFill>
                  <a:srgbClr val="F5F8F8"/>
                </a:solidFill>
                <a:latin typeface="Arial"/>
                <a:ea typeface="Arial"/>
                <a:cs typeface="Arial"/>
              </a:defRPr>
            </a:lvl1pPr>
            <a:lvl2pPr>
              <a:defRPr sz="2700" b="1">
                <a:solidFill>
                  <a:srgbClr val="F5F8F8"/>
                </a:solidFill>
                <a:latin typeface="Arial"/>
                <a:ea typeface="Arial"/>
                <a:cs typeface="Arial"/>
              </a:defRPr>
            </a:lvl2pPr>
            <a:lvl3pPr>
              <a:defRPr sz="2700" b="1">
                <a:solidFill>
                  <a:srgbClr val="F5F8F8"/>
                </a:solidFill>
                <a:latin typeface="Arial"/>
                <a:ea typeface="Arial"/>
                <a:cs typeface="Arial"/>
              </a:defRPr>
            </a:lvl3pPr>
            <a:lvl4pPr>
              <a:defRPr sz="2700" b="1">
                <a:solidFill>
                  <a:srgbClr val="F5F8F8"/>
                </a:solidFill>
                <a:latin typeface="Arial"/>
                <a:ea typeface="Arial"/>
                <a:cs typeface="Arial"/>
              </a:defRPr>
            </a:lvl4pPr>
            <a:lvl5pPr>
              <a:defRPr sz="2700" b="1">
                <a:solidFill>
                  <a:srgbClr val="F5F8F8"/>
                </a:solidFill>
                <a:latin typeface="Arial"/>
                <a:ea typeface="Arial"/>
                <a:cs typeface="Arial"/>
              </a:defRPr>
            </a:lvl5pPr>
            <a:lvl6pPr>
              <a:defRPr sz="2700" b="1">
                <a:solidFill>
                  <a:srgbClr val="F5F8F8"/>
                </a:solidFill>
                <a:latin typeface="Arial"/>
                <a:ea typeface="Arial"/>
                <a:cs typeface="Arial"/>
              </a:defRPr>
            </a:lvl6pPr>
            <a:lvl7pPr>
              <a:defRPr sz="2700" b="1">
                <a:solidFill>
                  <a:srgbClr val="F5F8F8"/>
                </a:solidFill>
                <a:latin typeface="Arial"/>
                <a:ea typeface="Arial"/>
                <a:cs typeface="Arial"/>
              </a:defRPr>
            </a:lvl7pPr>
            <a:lvl8pPr>
              <a:defRPr sz="2700" b="1">
                <a:solidFill>
                  <a:srgbClr val="F5F8F8"/>
                </a:solidFill>
                <a:latin typeface="Arial"/>
                <a:ea typeface="Arial"/>
                <a:cs typeface="Arial"/>
              </a:defRPr>
            </a:lvl8pPr>
            <a:lvl9pPr>
              <a:defRPr sz="2700" b="1">
                <a:solidFill>
                  <a:srgbClr val="F5F8F8"/>
                </a:solidFill>
                <a:latin typeface="Arial"/>
                <a:ea typeface="Arial"/>
                <a:cs typeface="Arial"/>
              </a:defRPr>
            </a:lvl9pPr>
          </a:lstStyle>
          <a:p xmlns:a="http://schemas.openxmlformats.org/drawingml/2006/main">
            <a:pPr>
              <a:defRPr sz="2700" b="1">
                <a:solidFill>
                  <a:srgbClr val="F5F8F8"/>
                </a:solidFill>
                <a:latin typeface="Arial"/>
                <a:ea typeface="Arial"/>
                <a:cs typeface="Arial"/>
              </a:defRPr>
            </a:pPr>
            <a:r>
              <a:rPr sz="2700" b="1">
                <a:solidFill>
                  <a:srgbClr val="F5F8F8"/>
                </a:solidFill>
                <a:latin typeface="Arial"/>
                <a:ea typeface="Arial"/>
                <a:cs typeface="Arial"/>
              </a:rPr>
              <a:t>Autoryzacja musi dotyczyć każdego obiektu.</a:t>
            </a:r>
          </a:p>
        </p:txBody>
      </p:sp>
    </p:spTree>
    <p:extLst>
      <p:ext uri="{BB962C8B-B14F-4D97-AF65-F5344CB8AC3E}">
        <p14:creationId xmlns:p14="http://schemas.microsoft.com/office/powerpoint/2010/main" val="426417382"/>
      </p:ext>
    </p:extLst>
  </p:cSld>
</p:sld>
</file>

<file path=ppt/slides/slide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879EB3F-3558-40E0-9B51-3E71E8E92EF7}"/>
              </a:ext>
            </a:extLst>
          </p:cNvPr>
          <p:cNvPicPr>
            <a:picLocks xmlns:a="http://schemas.openxmlformats.org/drawingml/2006/main" noChangeAspect="1"/>
          </p:cNvPicPr>
          <p:nvPr/>
        </p:nvPicPr>
        <p:blipFill>
          <a:blip xmlns:r="http://schemas.openxmlformats.org/officeDocument/2006/relationships" xmlns:a="http://schemas.openxmlformats.org/drawingml/2006/main" r:embed="R43e973e93e9d49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5635FC-ED7E-4DAB-BB4E-DE861CF44D89}"/>
              </a:ext>
            </a:extLst>
          </p:cNvPr>
          <p:cNvSpPr>
            <a:spLocks xmlns:a="http://schemas.openxmlformats.org/drawingml/2006/main" noGrp="1"/>
          </p:cNvSpPr>
          <p:nvPr/>
        </p:nvSpPr>
        <p:spPr>
          <a:xfrm xmlns:a="http://schemas.openxmlformats.org/drawingml/2006/main">
            <a:off x="609600" y="495300"/>
            <a:ext cx="704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5F8F8"/>
                </a:solidFill>
                <a:latin typeface="Arial"/>
                <a:ea typeface="Arial"/>
                <a:cs typeface="Arial"/>
              </a:defRPr>
            </a:defPPr>
            <a:lvl1pPr>
              <a:defRPr sz="4350" b="1">
                <a:solidFill>
                  <a:srgbClr val="F5F8F8"/>
                </a:solidFill>
                <a:latin typeface="Arial"/>
                <a:ea typeface="Arial"/>
                <a:cs typeface="Arial"/>
              </a:defRPr>
            </a:lvl1pPr>
            <a:lvl2pPr>
              <a:defRPr sz="4350" b="1">
                <a:solidFill>
                  <a:srgbClr val="F5F8F8"/>
                </a:solidFill>
                <a:latin typeface="Arial"/>
                <a:ea typeface="Arial"/>
                <a:cs typeface="Arial"/>
              </a:defRPr>
            </a:lvl2pPr>
            <a:lvl3pPr>
              <a:defRPr sz="4350" b="1">
                <a:solidFill>
                  <a:srgbClr val="F5F8F8"/>
                </a:solidFill>
                <a:latin typeface="Arial"/>
                <a:ea typeface="Arial"/>
                <a:cs typeface="Arial"/>
              </a:defRPr>
            </a:lvl3pPr>
            <a:lvl4pPr>
              <a:defRPr sz="4350" b="1">
                <a:solidFill>
                  <a:srgbClr val="F5F8F8"/>
                </a:solidFill>
                <a:latin typeface="Arial"/>
                <a:ea typeface="Arial"/>
                <a:cs typeface="Arial"/>
              </a:defRPr>
            </a:lvl4pPr>
            <a:lvl5pPr>
              <a:defRPr sz="4350" b="1">
                <a:solidFill>
                  <a:srgbClr val="F5F8F8"/>
                </a:solidFill>
                <a:latin typeface="Arial"/>
                <a:ea typeface="Arial"/>
                <a:cs typeface="Arial"/>
              </a:defRPr>
            </a:lvl5pPr>
            <a:lvl6pPr>
              <a:defRPr sz="4350" b="1">
                <a:solidFill>
                  <a:srgbClr val="F5F8F8"/>
                </a:solidFill>
                <a:latin typeface="Arial"/>
                <a:ea typeface="Arial"/>
                <a:cs typeface="Arial"/>
              </a:defRPr>
            </a:lvl6pPr>
            <a:lvl7pPr>
              <a:defRPr sz="4350" b="1">
                <a:solidFill>
                  <a:srgbClr val="F5F8F8"/>
                </a:solidFill>
                <a:latin typeface="Arial"/>
                <a:ea typeface="Arial"/>
                <a:cs typeface="Arial"/>
              </a:defRPr>
            </a:lvl7pPr>
            <a:lvl8pPr>
              <a:defRPr sz="4350" b="1">
                <a:solidFill>
                  <a:srgbClr val="F5F8F8"/>
                </a:solidFill>
                <a:latin typeface="Arial"/>
                <a:ea typeface="Arial"/>
                <a:cs typeface="Arial"/>
              </a:defRPr>
            </a:lvl8pPr>
            <a:lvl9pPr>
              <a:defRPr sz="4350" b="1">
                <a:solidFill>
                  <a:srgbClr val="F5F8F8"/>
                </a:solidFill>
                <a:latin typeface="Arial"/>
                <a:ea typeface="Arial"/>
                <a:cs typeface="Arial"/>
              </a:defRPr>
            </a:lvl9pPr>
          </a:lstStyle>
          <a:p xmlns:a="http://schemas.openxmlformats.org/drawingml/2006/main">
            <a:pPr>
              <a:defRPr sz="4350" b="1">
                <a:solidFill>
                  <a:srgbClr val="F5F8F8"/>
                </a:solidFill>
                <a:latin typeface="Arial"/>
                <a:ea typeface="Arial"/>
                <a:cs typeface="Arial"/>
              </a:defRPr>
            </a:pPr>
            <a:r>
              <a:rPr sz="4350" b="1">
                <a:solidFill>
                  <a:srgbClr val="F5F8F8"/>
                </a:solidFill>
                <a:latin typeface="Arial"/>
                <a:ea typeface="Arial"/>
                <a:cs typeface="Arial"/>
              </a:rPr>
              <a:t>Ochrona tokenów</a:t>
            </a:r>
          </a:p>
        </p:txBody>
      </p:sp>
      <p:sp>
        <p:nvSpPr>
          <p:cNvPr id="3" name="">
            <a:extLst xmlns:a="http://schemas.openxmlformats.org/drawingml/2006/main">
              <a:ext uri="{FF2B5EF4-FFF2-40B4-BE49-F238E27FC236}">
                <a16:creationId xmlns:a16="http://schemas.microsoft.com/office/drawing/2014/main" id="{55816427-463B-414A-823A-88481016B026}"/>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2E6B0F3E-A141-4A65-9C05-C96BA5A42A5D}"/>
              </a:ext>
            </a:extLst>
          </p:cNvPr>
          <p:cNvSpPr>
            <a:spLocks xmlns:a="http://schemas.openxmlformats.org/drawingml/2006/main" noGrp="1"/>
          </p:cNvSpPr>
          <p:nvPr/>
        </p:nvSpPr>
        <p:spPr>
          <a:xfrm xmlns:a="http://schemas.openxmlformats.org/drawingml/2006/main">
            <a:off x="628650" y="1952625"/>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59E4CB"/>
                </a:solidFill>
                <a:latin typeface="Arial"/>
                <a:ea typeface="Arial"/>
                <a:cs typeface="Arial"/>
              </a:defRPr>
            </a:defPPr>
            <a:lvl1pPr>
              <a:defRPr sz="2025" b="1">
                <a:solidFill>
                  <a:srgbClr val="59E4CB"/>
                </a:solidFill>
                <a:latin typeface="Arial"/>
                <a:ea typeface="Arial"/>
                <a:cs typeface="Arial"/>
              </a:defRPr>
            </a:lvl1pPr>
            <a:lvl2pPr>
              <a:defRPr sz="2025" b="1">
                <a:solidFill>
                  <a:srgbClr val="59E4CB"/>
                </a:solidFill>
                <a:latin typeface="Arial"/>
                <a:ea typeface="Arial"/>
                <a:cs typeface="Arial"/>
              </a:defRPr>
            </a:lvl2pPr>
            <a:lvl3pPr>
              <a:defRPr sz="2025" b="1">
                <a:solidFill>
                  <a:srgbClr val="59E4CB"/>
                </a:solidFill>
                <a:latin typeface="Arial"/>
                <a:ea typeface="Arial"/>
                <a:cs typeface="Arial"/>
              </a:defRPr>
            </a:lvl3pPr>
            <a:lvl4pPr>
              <a:defRPr sz="2025" b="1">
                <a:solidFill>
                  <a:srgbClr val="59E4CB"/>
                </a:solidFill>
                <a:latin typeface="Arial"/>
                <a:ea typeface="Arial"/>
                <a:cs typeface="Arial"/>
              </a:defRPr>
            </a:lvl4pPr>
            <a:lvl5pPr>
              <a:defRPr sz="2025" b="1">
                <a:solidFill>
                  <a:srgbClr val="59E4CB"/>
                </a:solidFill>
                <a:latin typeface="Arial"/>
                <a:ea typeface="Arial"/>
                <a:cs typeface="Arial"/>
              </a:defRPr>
            </a:lvl5pPr>
            <a:lvl6pPr>
              <a:defRPr sz="2025" b="1">
                <a:solidFill>
                  <a:srgbClr val="59E4CB"/>
                </a:solidFill>
                <a:latin typeface="Arial"/>
                <a:ea typeface="Arial"/>
                <a:cs typeface="Arial"/>
              </a:defRPr>
            </a:lvl6pPr>
            <a:lvl7pPr>
              <a:defRPr sz="2025" b="1">
                <a:solidFill>
                  <a:srgbClr val="59E4CB"/>
                </a:solidFill>
                <a:latin typeface="Arial"/>
                <a:ea typeface="Arial"/>
                <a:cs typeface="Arial"/>
              </a:defRPr>
            </a:lvl7pPr>
            <a:lvl8pPr>
              <a:defRPr sz="2025" b="1">
                <a:solidFill>
                  <a:srgbClr val="59E4CB"/>
                </a:solidFill>
                <a:latin typeface="Arial"/>
                <a:ea typeface="Arial"/>
                <a:cs typeface="Arial"/>
              </a:defRPr>
            </a:lvl8pPr>
            <a:lvl9pPr>
              <a:defRPr sz="2025" b="1">
                <a:solidFill>
                  <a:srgbClr val="59E4CB"/>
                </a:solidFill>
                <a:latin typeface="Arial"/>
                <a:ea typeface="Arial"/>
                <a:cs typeface="Arial"/>
              </a:defRPr>
            </a:lvl9pPr>
          </a:lstStyle>
          <a:p xmlns:a="http://schemas.openxmlformats.org/drawingml/2006/main">
            <a:pPr>
              <a:defRPr sz="2025" b="1">
                <a:solidFill>
                  <a:srgbClr val="59E4CB"/>
                </a:solidFill>
                <a:latin typeface="Arial"/>
                <a:ea typeface="Arial"/>
                <a:cs typeface="Arial"/>
              </a:defRPr>
            </a:pPr>
            <a:r>
              <a:rPr sz="2025" b="1">
                <a:solidFill>
                  <a:srgbClr val="59E4CB"/>
                </a:solidFill>
                <a:latin typeface="Arial"/>
                <a:ea typeface="Arial"/>
                <a:cs typeface="Arial"/>
              </a:rPr>
              <a:t>Weryfikacja</a:t>
            </a:r>
          </a:p>
        </p:txBody>
      </p:sp>
      <p:sp>
        <p:nvSpPr>
          <p:cNvPr id="5" name="">
            <a:extLst xmlns:a="http://schemas.openxmlformats.org/drawingml/2006/main">
              <a:ext uri="{FF2B5EF4-FFF2-40B4-BE49-F238E27FC236}">
                <a16:creationId xmlns:a16="http://schemas.microsoft.com/office/drawing/2014/main" id="{16947C81-B5C8-42D3-8BFE-FEA3B7FCA8E0}"/>
              </a:ext>
            </a:extLst>
          </p:cNvPr>
          <p:cNvSpPr>
            <a:spLocks xmlns:a="http://schemas.openxmlformats.org/drawingml/2006/main" noGrp="1"/>
          </p:cNvSpPr>
          <p:nvPr/>
        </p:nvSpPr>
        <p:spPr>
          <a:xfrm xmlns:a="http://schemas.openxmlformats.org/drawingml/2006/main">
            <a:off x="628650" y="237172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5F8F8"/>
                </a:solidFill>
                <a:latin typeface="Arial"/>
                <a:ea typeface="Arial"/>
                <a:cs typeface="Arial"/>
              </a:defRPr>
            </a:defPPr>
            <a:lvl1pPr>
              <a:defRPr sz="1875" b="0">
                <a:solidFill>
                  <a:srgbClr val="F5F8F8"/>
                </a:solidFill>
                <a:latin typeface="Arial"/>
                <a:ea typeface="Arial"/>
                <a:cs typeface="Arial"/>
              </a:defRPr>
            </a:lvl1pPr>
            <a:lvl2pPr>
              <a:defRPr sz="1875" b="0">
                <a:solidFill>
                  <a:srgbClr val="F5F8F8"/>
                </a:solidFill>
                <a:latin typeface="Arial"/>
                <a:ea typeface="Arial"/>
                <a:cs typeface="Arial"/>
              </a:defRPr>
            </a:lvl2pPr>
            <a:lvl3pPr>
              <a:defRPr sz="1875" b="0">
                <a:solidFill>
                  <a:srgbClr val="F5F8F8"/>
                </a:solidFill>
                <a:latin typeface="Arial"/>
                <a:ea typeface="Arial"/>
                <a:cs typeface="Arial"/>
              </a:defRPr>
            </a:lvl3pPr>
            <a:lvl4pPr>
              <a:defRPr sz="1875" b="0">
                <a:solidFill>
                  <a:srgbClr val="F5F8F8"/>
                </a:solidFill>
                <a:latin typeface="Arial"/>
                <a:ea typeface="Arial"/>
                <a:cs typeface="Arial"/>
              </a:defRPr>
            </a:lvl4pPr>
            <a:lvl5pPr>
              <a:defRPr sz="1875" b="0">
                <a:solidFill>
                  <a:srgbClr val="F5F8F8"/>
                </a:solidFill>
                <a:latin typeface="Arial"/>
                <a:ea typeface="Arial"/>
                <a:cs typeface="Arial"/>
              </a:defRPr>
            </a:lvl5pPr>
            <a:lvl6pPr>
              <a:defRPr sz="1875" b="0">
                <a:solidFill>
                  <a:srgbClr val="F5F8F8"/>
                </a:solidFill>
                <a:latin typeface="Arial"/>
                <a:ea typeface="Arial"/>
                <a:cs typeface="Arial"/>
              </a:defRPr>
            </a:lvl6pPr>
            <a:lvl7pPr>
              <a:defRPr sz="1875" b="0">
                <a:solidFill>
                  <a:srgbClr val="F5F8F8"/>
                </a:solidFill>
                <a:latin typeface="Arial"/>
                <a:ea typeface="Arial"/>
                <a:cs typeface="Arial"/>
              </a:defRPr>
            </a:lvl7pPr>
            <a:lvl8pPr>
              <a:defRPr sz="1875" b="0">
                <a:solidFill>
                  <a:srgbClr val="F5F8F8"/>
                </a:solidFill>
                <a:latin typeface="Arial"/>
                <a:ea typeface="Arial"/>
                <a:cs typeface="Arial"/>
              </a:defRPr>
            </a:lvl8pPr>
            <a:lvl9pPr>
              <a:defRPr sz="1875" b="0">
                <a:solidFill>
                  <a:srgbClr val="F5F8F8"/>
                </a:solidFill>
                <a:latin typeface="Arial"/>
                <a:ea typeface="Arial"/>
                <a:cs typeface="Arial"/>
              </a:defRPr>
            </a:lvl9pPr>
          </a:lstStyle>
          <a:p xmlns:a="http://schemas.openxmlformats.org/drawingml/2006/main">
            <a:pPr>
              <a:defRPr sz="1875" b="0">
                <a:solidFill>
                  <a:srgbClr val="F5F8F8"/>
                </a:solidFill>
                <a:latin typeface="Arial"/>
                <a:ea typeface="Arial"/>
                <a:cs typeface="Arial"/>
              </a:defRPr>
            </a:pPr>
            <a:r>
              <a:rPr sz="1875" b="0">
                <a:solidFill>
                  <a:srgbClr val="F5F8F8"/>
                </a:solidFill>
                <a:latin typeface="Arial"/>
                <a:ea typeface="Arial"/>
                <a:cs typeface="Arial"/>
              </a:rPr>
              <a:t>Podpis JWT, wystawca, odbiorca, ważność.</a:t>
            </a:r>
          </a:p>
        </p:txBody>
      </p:sp>
      <p:sp>
        <p:nvSpPr>
          <p:cNvPr id="6" name="">
            <a:extLst xmlns:a="http://schemas.openxmlformats.org/drawingml/2006/main">
              <a:ext uri="{FF2B5EF4-FFF2-40B4-BE49-F238E27FC236}">
                <a16:creationId xmlns:a16="http://schemas.microsoft.com/office/drawing/2014/main" id="{84A62C03-72BC-4537-8549-4F2B627FEC6C}"/>
              </a:ext>
            </a:extLst>
          </p:cNvPr>
          <p:cNvSpPr>
            <a:spLocks xmlns:a="http://schemas.openxmlformats.org/drawingml/2006/main" noGrp="1"/>
          </p:cNvSpPr>
          <p:nvPr/>
        </p:nvSpPr>
        <p:spPr>
          <a:xfrm xmlns:a="http://schemas.openxmlformats.org/drawingml/2006/main">
            <a:off x="628650" y="2924175"/>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59E4CB"/>
                </a:solidFill>
                <a:latin typeface="Arial"/>
                <a:ea typeface="Arial"/>
                <a:cs typeface="Arial"/>
              </a:defRPr>
            </a:defPPr>
            <a:lvl1pPr>
              <a:defRPr sz="2025" b="1">
                <a:solidFill>
                  <a:srgbClr val="59E4CB"/>
                </a:solidFill>
                <a:latin typeface="Arial"/>
                <a:ea typeface="Arial"/>
                <a:cs typeface="Arial"/>
              </a:defRPr>
            </a:lvl1pPr>
            <a:lvl2pPr>
              <a:defRPr sz="2025" b="1">
                <a:solidFill>
                  <a:srgbClr val="59E4CB"/>
                </a:solidFill>
                <a:latin typeface="Arial"/>
                <a:ea typeface="Arial"/>
                <a:cs typeface="Arial"/>
              </a:defRPr>
            </a:lvl2pPr>
            <a:lvl3pPr>
              <a:defRPr sz="2025" b="1">
                <a:solidFill>
                  <a:srgbClr val="59E4CB"/>
                </a:solidFill>
                <a:latin typeface="Arial"/>
                <a:ea typeface="Arial"/>
                <a:cs typeface="Arial"/>
              </a:defRPr>
            </a:lvl3pPr>
            <a:lvl4pPr>
              <a:defRPr sz="2025" b="1">
                <a:solidFill>
                  <a:srgbClr val="59E4CB"/>
                </a:solidFill>
                <a:latin typeface="Arial"/>
                <a:ea typeface="Arial"/>
                <a:cs typeface="Arial"/>
              </a:defRPr>
            </a:lvl4pPr>
            <a:lvl5pPr>
              <a:defRPr sz="2025" b="1">
                <a:solidFill>
                  <a:srgbClr val="59E4CB"/>
                </a:solidFill>
                <a:latin typeface="Arial"/>
                <a:ea typeface="Arial"/>
                <a:cs typeface="Arial"/>
              </a:defRPr>
            </a:lvl5pPr>
            <a:lvl6pPr>
              <a:defRPr sz="2025" b="1">
                <a:solidFill>
                  <a:srgbClr val="59E4CB"/>
                </a:solidFill>
                <a:latin typeface="Arial"/>
                <a:ea typeface="Arial"/>
                <a:cs typeface="Arial"/>
              </a:defRPr>
            </a:lvl6pPr>
            <a:lvl7pPr>
              <a:defRPr sz="2025" b="1">
                <a:solidFill>
                  <a:srgbClr val="59E4CB"/>
                </a:solidFill>
                <a:latin typeface="Arial"/>
                <a:ea typeface="Arial"/>
                <a:cs typeface="Arial"/>
              </a:defRPr>
            </a:lvl7pPr>
            <a:lvl8pPr>
              <a:defRPr sz="2025" b="1">
                <a:solidFill>
                  <a:srgbClr val="59E4CB"/>
                </a:solidFill>
                <a:latin typeface="Arial"/>
                <a:ea typeface="Arial"/>
                <a:cs typeface="Arial"/>
              </a:defRPr>
            </a:lvl8pPr>
            <a:lvl9pPr>
              <a:defRPr sz="2025" b="1">
                <a:solidFill>
                  <a:srgbClr val="59E4CB"/>
                </a:solidFill>
                <a:latin typeface="Arial"/>
                <a:ea typeface="Arial"/>
                <a:cs typeface="Arial"/>
              </a:defRPr>
            </a:lvl9pPr>
          </a:lstStyle>
          <a:p xmlns:a="http://schemas.openxmlformats.org/drawingml/2006/main">
            <a:pPr>
              <a:defRPr sz="2025" b="1">
                <a:solidFill>
                  <a:srgbClr val="59E4CB"/>
                </a:solidFill>
                <a:latin typeface="Arial"/>
                <a:ea typeface="Arial"/>
                <a:cs typeface="Arial"/>
              </a:defRPr>
            </a:pPr>
            <a:r>
              <a:rPr sz="2025" b="1">
                <a:solidFill>
                  <a:srgbClr val="59E4CB"/>
                </a:solidFill>
                <a:latin typeface="Arial"/>
                <a:ea typeface="Arial"/>
                <a:cs typeface="Arial"/>
              </a:rPr>
              <a:t>Minimalne uprawnienia</a:t>
            </a:r>
          </a:p>
        </p:txBody>
      </p:sp>
      <p:sp>
        <p:nvSpPr>
          <p:cNvPr id="7" name="">
            <a:extLst xmlns:a="http://schemas.openxmlformats.org/drawingml/2006/main">
              <a:ext uri="{FF2B5EF4-FFF2-40B4-BE49-F238E27FC236}">
                <a16:creationId xmlns:a16="http://schemas.microsoft.com/office/drawing/2014/main" id="{7FB3E918-0721-47EA-A26F-9E651A84B7BE}"/>
              </a:ext>
            </a:extLst>
          </p:cNvPr>
          <p:cNvSpPr>
            <a:spLocks xmlns:a="http://schemas.openxmlformats.org/drawingml/2006/main" noGrp="1"/>
          </p:cNvSpPr>
          <p:nvPr/>
        </p:nvSpPr>
        <p:spPr>
          <a:xfrm xmlns:a="http://schemas.openxmlformats.org/drawingml/2006/main">
            <a:off x="628650" y="33432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5F8F8"/>
                </a:solidFill>
                <a:latin typeface="Arial"/>
                <a:ea typeface="Arial"/>
                <a:cs typeface="Arial"/>
              </a:defRPr>
            </a:defPPr>
            <a:lvl1pPr>
              <a:defRPr sz="1875" b="0">
                <a:solidFill>
                  <a:srgbClr val="F5F8F8"/>
                </a:solidFill>
                <a:latin typeface="Arial"/>
                <a:ea typeface="Arial"/>
                <a:cs typeface="Arial"/>
              </a:defRPr>
            </a:lvl1pPr>
            <a:lvl2pPr>
              <a:defRPr sz="1875" b="0">
                <a:solidFill>
                  <a:srgbClr val="F5F8F8"/>
                </a:solidFill>
                <a:latin typeface="Arial"/>
                <a:ea typeface="Arial"/>
                <a:cs typeface="Arial"/>
              </a:defRPr>
            </a:lvl2pPr>
            <a:lvl3pPr>
              <a:defRPr sz="1875" b="0">
                <a:solidFill>
                  <a:srgbClr val="F5F8F8"/>
                </a:solidFill>
                <a:latin typeface="Arial"/>
                <a:ea typeface="Arial"/>
                <a:cs typeface="Arial"/>
              </a:defRPr>
            </a:lvl3pPr>
            <a:lvl4pPr>
              <a:defRPr sz="1875" b="0">
                <a:solidFill>
                  <a:srgbClr val="F5F8F8"/>
                </a:solidFill>
                <a:latin typeface="Arial"/>
                <a:ea typeface="Arial"/>
                <a:cs typeface="Arial"/>
              </a:defRPr>
            </a:lvl4pPr>
            <a:lvl5pPr>
              <a:defRPr sz="1875" b="0">
                <a:solidFill>
                  <a:srgbClr val="F5F8F8"/>
                </a:solidFill>
                <a:latin typeface="Arial"/>
                <a:ea typeface="Arial"/>
                <a:cs typeface="Arial"/>
              </a:defRPr>
            </a:lvl5pPr>
            <a:lvl6pPr>
              <a:defRPr sz="1875" b="0">
                <a:solidFill>
                  <a:srgbClr val="F5F8F8"/>
                </a:solidFill>
                <a:latin typeface="Arial"/>
                <a:ea typeface="Arial"/>
                <a:cs typeface="Arial"/>
              </a:defRPr>
            </a:lvl6pPr>
            <a:lvl7pPr>
              <a:defRPr sz="1875" b="0">
                <a:solidFill>
                  <a:srgbClr val="F5F8F8"/>
                </a:solidFill>
                <a:latin typeface="Arial"/>
                <a:ea typeface="Arial"/>
                <a:cs typeface="Arial"/>
              </a:defRPr>
            </a:lvl7pPr>
            <a:lvl8pPr>
              <a:defRPr sz="1875" b="0">
                <a:solidFill>
                  <a:srgbClr val="F5F8F8"/>
                </a:solidFill>
                <a:latin typeface="Arial"/>
                <a:ea typeface="Arial"/>
                <a:cs typeface="Arial"/>
              </a:defRPr>
            </a:lvl8pPr>
            <a:lvl9pPr>
              <a:defRPr sz="1875" b="0">
                <a:solidFill>
                  <a:srgbClr val="F5F8F8"/>
                </a:solidFill>
                <a:latin typeface="Arial"/>
                <a:ea typeface="Arial"/>
                <a:cs typeface="Arial"/>
              </a:defRPr>
            </a:lvl9pPr>
          </a:lstStyle>
          <a:p xmlns:a="http://schemas.openxmlformats.org/drawingml/2006/main">
            <a:pPr>
              <a:defRPr sz="1875" b="0">
                <a:solidFill>
                  <a:srgbClr val="F5F8F8"/>
                </a:solidFill>
                <a:latin typeface="Arial"/>
                <a:ea typeface="Arial"/>
                <a:cs typeface="Arial"/>
              </a:defRPr>
            </a:pPr>
            <a:r>
              <a:rPr sz="1875" b="0">
                <a:solidFill>
                  <a:srgbClr val="F5F8F8"/>
                </a:solidFill>
                <a:latin typeface="Arial"/>
                <a:ea typeface="Arial"/>
                <a:cs typeface="Arial"/>
              </a:rPr>
              <a:t>Wąski zakres i krótki czas życia.</a:t>
            </a:r>
          </a:p>
        </p:txBody>
      </p:sp>
      <p:sp>
        <p:nvSpPr>
          <p:cNvPr id="8" name="">
            <a:extLst xmlns:a="http://schemas.openxmlformats.org/drawingml/2006/main">
              <a:ext uri="{FF2B5EF4-FFF2-40B4-BE49-F238E27FC236}">
                <a16:creationId xmlns:a16="http://schemas.microsoft.com/office/drawing/2014/main" id="{5BA2B6B4-6EE5-4D3E-8CCF-04AB62B03E77}"/>
              </a:ext>
            </a:extLst>
          </p:cNvPr>
          <p:cNvSpPr>
            <a:spLocks xmlns:a="http://schemas.openxmlformats.org/drawingml/2006/main" noGrp="1"/>
          </p:cNvSpPr>
          <p:nvPr/>
        </p:nvSpPr>
        <p:spPr>
          <a:xfrm xmlns:a="http://schemas.openxmlformats.org/drawingml/2006/main">
            <a:off x="628650" y="3895725"/>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59E4CB"/>
                </a:solidFill>
                <a:latin typeface="Arial"/>
                <a:ea typeface="Arial"/>
                <a:cs typeface="Arial"/>
              </a:defRPr>
            </a:defPPr>
            <a:lvl1pPr>
              <a:defRPr sz="2025" b="1">
                <a:solidFill>
                  <a:srgbClr val="59E4CB"/>
                </a:solidFill>
                <a:latin typeface="Arial"/>
                <a:ea typeface="Arial"/>
                <a:cs typeface="Arial"/>
              </a:defRPr>
            </a:lvl1pPr>
            <a:lvl2pPr>
              <a:defRPr sz="2025" b="1">
                <a:solidFill>
                  <a:srgbClr val="59E4CB"/>
                </a:solidFill>
                <a:latin typeface="Arial"/>
                <a:ea typeface="Arial"/>
                <a:cs typeface="Arial"/>
              </a:defRPr>
            </a:lvl2pPr>
            <a:lvl3pPr>
              <a:defRPr sz="2025" b="1">
                <a:solidFill>
                  <a:srgbClr val="59E4CB"/>
                </a:solidFill>
                <a:latin typeface="Arial"/>
                <a:ea typeface="Arial"/>
                <a:cs typeface="Arial"/>
              </a:defRPr>
            </a:lvl3pPr>
            <a:lvl4pPr>
              <a:defRPr sz="2025" b="1">
                <a:solidFill>
                  <a:srgbClr val="59E4CB"/>
                </a:solidFill>
                <a:latin typeface="Arial"/>
                <a:ea typeface="Arial"/>
                <a:cs typeface="Arial"/>
              </a:defRPr>
            </a:lvl4pPr>
            <a:lvl5pPr>
              <a:defRPr sz="2025" b="1">
                <a:solidFill>
                  <a:srgbClr val="59E4CB"/>
                </a:solidFill>
                <a:latin typeface="Arial"/>
                <a:ea typeface="Arial"/>
                <a:cs typeface="Arial"/>
              </a:defRPr>
            </a:lvl5pPr>
            <a:lvl6pPr>
              <a:defRPr sz="2025" b="1">
                <a:solidFill>
                  <a:srgbClr val="59E4CB"/>
                </a:solidFill>
                <a:latin typeface="Arial"/>
                <a:ea typeface="Arial"/>
                <a:cs typeface="Arial"/>
              </a:defRPr>
            </a:lvl6pPr>
            <a:lvl7pPr>
              <a:defRPr sz="2025" b="1">
                <a:solidFill>
                  <a:srgbClr val="59E4CB"/>
                </a:solidFill>
                <a:latin typeface="Arial"/>
                <a:ea typeface="Arial"/>
                <a:cs typeface="Arial"/>
              </a:defRPr>
            </a:lvl7pPr>
            <a:lvl8pPr>
              <a:defRPr sz="2025" b="1">
                <a:solidFill>
                  <a:srgbClr val="59E4CB"/>
                </a:solidFill>
                <a:latin typeface="Arial"/>
                <a:ea typeface="Arial"/>
                <a:cs typeface="Arial"/>
              </a:defRPr>
            </a:lvl8pPr>
            <a:lvl9pPr>
              <a:defRPr sz="2025" b="1">
                <a:solidFill>
                  <a:srgbClr val="59E4CB"/>
                </a:solidFill>
                <a:latin typeface="Arial"/>
                <a:ea typeface="Arial"/>
                <a:cs typeface="Arial"/>
              </a:defRPr>
            </a:lvl9pPr>
          </a:lstStyle>
          <a:p xmlns:a="http://schemas.openxmlformats.org/drawingml/2006/main">
            <a:pPr>
              <a:defRPr sz="2025" b="1">
                <a:solidFill>
                  <a:srgbClr val="59E4CB"/>
                </a:solidFill>
                <a:latin typeface="Arial"/>
                <a:ea typeface="Arial"/>
                <a:cs typeface="Arial"/>
              </a:defRPr>
            </a:pPr>
            <a:r>
              <a:rPr sz="2025" b="1">
                <a:solidFill>
                  <a:srgbClr val="59E4CB"/>
                </a:solidFill>
                <a:latin typeface="Arial"/>
                <a:ea typeface="Arial"/>
                <a:cs typeface="Arial"/>
              </a:rPr>
              <a:t>Ochrona sekretów</a:t>
            </a:r>
          </a:p>
        </p:txBody>
      </p:sp>
      <p:sp>
        <p:nvSpPr>
          <p:cNvPr id="9" name="">
            <a:extLst xmlns:a="http://schemas.openxmlformats.org/drawingml/2006/main">
              <a:ext uri="{FF2B5EF4-FFF2-40B4-BE49-F238E27FC236}">
                <a16:creationId xmlns:a16="http://schemas.microsoft.com/office/drawing/2014/main" id="{9945A238-C28D-4844-8FBD-22BE478E02DD}"/>
              </a:ext>
            </a:extLst>
          </p:cNvPr>
          <p:cNvSpPr>
            <a:spLocks xmlns:a="http://schemas.openxmlformats.org/drawingml/2006/main" noGrp="1"/>
          </p:cNvSpPr>
          <p:nvPr/>
        </p:nvSpPr>
        <p:spPr>
          <a:xfrm xmlns:a="http://schemas.openxmlformats.org/drawingml/2006/main">
            <a:off x="628650" y="431482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5F8F8"/>
                </a:solidFill>
                <a:latin typeface="Arial"/>
                <a:ea typeface="Arial"/>
                <a:cs typeface="Arial"/>
              </a:defRPr>
            </a:defPPr>
            <a:lvl1pPr>
              <a:defRPr sz="1875" b="0">
                <a:solidFill>
                  <a:srgbClr val="F5F8F8"/>
                </a:solidFill>
                <a:latin typeface="Arial"/>
                <a:ea typeface="Arial"/>
                <a:cs typeface="Arial"/>
              </a:defRPr>
            </a:lvl1pPr>
            <a:lvl2pPr>
              <a:defRPr sz="1875" b="0">
                <a:solidFill>
                  <a:srgbClr val="F5F8F8"/>
                </a:solidFill>
                <a:latin typeface="Arial"/>
                <a:ea typeface="Arial"/>
                <a:cs typeface="Arial"/>
              </a:defRPr>
            </a:lvl2pPr>
            <a:lvl3pPr>
              <a:defRPr sz="1875" b="0">
                <a:solidFill>
                  <a:srgbClr val="F5F8F8"/>
                </a:solidFill>
                <a:latin typeface="Arial"/>
                <a:ea typeface="Arial"/>
                <a:cs typeface="Arial"/>
              </a:defRPr>
            </a:lvl3pPr>
            <a:lvl4pPr>
              <a:defRPr sz="1875" b="0">
                <a:solidFill>
                  <a:srgbClr val="F5F8F8"/>
                </a:solidFill>
                <a:latin typeface="Arial"/>
                <a:ea typeface="Arial"/>
                <a:cs typeface="Arial"/>
              </a:defRPr>
            </a:lvl4pPr>
            <a:lvl5pPr>
              <a:defRPr sz="1875" b="0">
                <a:solidFill>
                  <a:srgbClr val="F5F8F8"/>
                </a:solidFill>
                <a:latin typeface="Arial"/>
                <a:ea typeface="Arial"/>
                <a:cs typeface="Arial"/>
              </a:defRPr>
            </a:lvl5pPr>
            <a:lvl6pPr>
              <a:defRPr sz="1875" b="0">
                <a:solidFill>
                  <a:srgbClr val="F5F8F8"/>
                </a:solidFill>
                <a:latin typeface="Arial"/>
                <a:ea typeface="Arial"/>
                <a:cs typeface="Arial"/>
              </a:defRPr>
            </a:lvl6pPr>
            <a:lvl7pPr>
              <a:defRPr sz="1875" b="0">
                <a:solidFill>
                  <a:srgbClr val="F5F8F8"/>
                </a:solidFill>
                <a:latin typeface="Arial"/>
                <a:ea typeface="Arial"/>
                <a:cs typeface="Arial"/>
              </a:defRPr>
            </a:lvl7pPr>
            <a:lvl8pPr>
              <a:defRPr sz="1875" b="0">
                <a:solidFill>
                  <a:srgbClr val="F5F8F8"/>
                </a:solidFill>
                <a:latin typeface="Arial"/>
                <a:ea typeface="Arial"/>
                <a:cs typeface="Arial"/>
              </a:defRPr>
            </a:lvl8pPr>
            <a:lvl9pPr>
              <a:defRPr sz="1875" b="0">
                <a:solidFill>
                  <a:srgbClr val="F5F8F8"/>
                </a:solidFill>
                <a:latin typeface="Arial"/>
                <a:ea typeface="Arial"/>
                <a:cs typeface="Arial"/>
              </a:defRPr>
            </a:lvl9pPr>
          </a:lstStyle>
          <a:p xmlns:a="http://schemas.openxmlformats.org/drawingml/2006/main">
            <a:pPr>
              <a:defRPr sz="1875" b="0">
                <a:solidFill>
                  <a:srgbClr val="F5F8F8"/>
                </a:solidFill>
                <a:latin typeface="Arial"/>
                <a:ea typeface="Arial"/>
                <a:cs typeface="Arial"/>
              </a:defRPr>
            </a:pPr>
            <a:r>
              <a:rPr sz="1875" b="0">
                <a:solidFill>
                  <a:srgbClr val="F5F8F8"/>
                </a:solidFill>
                <a:latin typeface="Arial"/>
                <a:ea typeface="Arial"/>
                <a:cs typeface="Arial"/>
              </a:rPr>
              <a:t>Bez tokenów w URL i repozytorium.</a:t>
            </a:r>
          </a:p>
        </p:txBody>
      </p:sp>
      <p:sp>
        <p:nvSpPr>
          <p:cNvPr id="10" name="">
            <a:extLst xmlns:a="http://schemas.openxmlformats.org/drawingml/2006/main">
              <a:ext uri="{FF2B5EF4-FFF2-40B4-BE49-F238E27FC236}">
                <a16:creationId xmlns:a16="http://schemas.microsoft.com/office/drawing/2014/main" id="{F8A0119D-94B3-4811-83F8-1B09CF7413FE}"/>
              </a:ext>
            </a:extLst>
          </p:cNvPr>
          <p:cNvSpPr>
            <a:spLocks xmlns:a="http://schemas.openxmlformats.org/drawingml/2006/main" noGrp="1"/>
          </p:cNvSpPr>
          <p:nvPr/>
        </p:nvSpPr>
        <p:spPr>
          <a:xfrm xmlns:a="http://schemas.openxmlformats.org/drawingml/2006/main">
            <a:off x="628650" y="4867275"/>
            <a:ext cx="700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59E4CB"/>
                </a:solidFill>
                <a:latin typeface="Arial"/>
                <a:ea typeface="Arial"/>
                <a:cs typeface="Arial"/>
              </a:defRPr>
            </a:defPPr>
            <a:lvl1pPr>
              <a:defRPr sz="2025" b="1">
                <a:solidFill>
                  <a:srgbClr val="59E4CB"/>
                </a:solidFill>
                <a:latin typeface="Arial"/>
                <a:ea typeface="Arial"/>
                <a:cs typeface="Arial"/>
              </a:defRPr>
            </a:lvl1pPr>
            <a:lvl2pPr>
              <a:defRPr sz="2025" b="1">
                <a:solidFill>
                  <a:srgbClr val="59E4CB"/>
                </a:solidFill>
                <a:latin typeface="Arial"/>
                <a:ea typeface="Arial"/>
                <a:cs typeface="Arial"/>
              </a:defRPr>
            </a:lvl2pPr>
            <a:lvl3pPr>
              <a:defRPr sz="2025" b="1">
                <a:solidFill>
                  <a:srgbClr val="59E4CB"/>
                </a:solidFill>
                <a:latin typeface="Arial"/>
                <a:ea typeface="Arial"/>
                <a:cs typeface="Arial"/>
              </a:defRPr>
            </a:lvl3pPr>
            <a:lvl4pPr>
              <a:defRPr sz="2025" b="1">
                <a:solidFill>
                  <a:srgbClr val="59E4CB"/>
                </a:solidFill>
                <a:latin typeface="Arial"/>
                <a:ea typeface="Arial"/>
                <a:cs typeface="Arial"/>
              </a:defRPr>
            </a:lvl4pPr>
            <a:lvl5pPr>
              <a:defRPr sz="2025" b="1">
                <a:solidFill>
                  <a:srgbClr val="59E4CB"/>
                </a:solidFill>
                <a:latin typeface="Arial"/>
                <a:ea typeface="Arial"/>
                <a:cs typeface="Arial"/>
              </a:defRPr>
            </a:lvl5pPr>
            <a:lvl6pPr>
              <a:defRPr sz="2025" b="1">
                <a:solidFill>
                  <a:srgbClr val="59E4CB"/>
                </a:solidFill>
                <a:latin typeface="Arial"/>
                <a:ea typeface="Arial"/>
                <a:cs typeface="Arial"/>
              </a:defRPr>
            </a:lvl6pPr>
            <a:lvl7pPr>
              <a:defRPr sz="2025" b="1">
                <a:solidFill>
                  <a:srgbClr val="59E4CB"/>
                </a:solidFill>
                <a:latin typeface="Arial"/>
                <a:ea typeface="Arial"/>
                <a:cs typeface="Arial"/>
              </a:defRPr>
            </a:lvl7pPr>
            <a:lvl8pPr>
              <a:defRPr sz="2025" b="1">
                <a:solidFill>
                  <a:srgbClr val="59E4CB"/>
                </a:solidFill>
                <a:latin typeface="Arial"/>
                <a:ea typeface="Arial"/>
                <a:cs typeface="Arial"/>
              </a:defRPr>
            </a:lvl8pPr>
            <a:lvl9pPr>
              <a:defRPr sz="2025" b="1">
                <a:solidFill>
                  <a:srgbClr val="59E4CB"/>
                </a:solidFill>
                <a:latin typeface="Arial"/>
                <a:ea typeface="Arial"/>
                <a:cs typeface="Arial"/>
              </a:defRPr>
            </a:lvl9pPr>
          </a:lstStyle>
          <a:p xmlns:a="http://schemas.openxmlformats.org/drawingml/2006/main">
            <a:pPr>
              <a:defRPr sz="2025" b="1">
                <a:solidFill>
                  <a:srgbClr val="59E4CB"/>
                </a:solidFill>
                <a:latin typeface="Arial"/>
                <a:ea typeface="Arial"/>
                <a:cs typeface="Arial"/>
              </a:defRPr>
            </a:pPr>
            <a:r>
              <a:rPr sz="2025" b="1">
                <a:solidFill>
                  <a:srgbClr val="59E4CB"/>
                </a:solidFill>
                <a:latin typeface="Arial"/>
                <a:ea typeface="Arial"/>
                <a:cs typeface="Arial"/>
              </a:rPr>
              <a:t>Reakcja na wyciek</a:t>
            </a:r>
          </a:p>
        </p:txBody>
      </p:sp>
      <p:sp>
        <p:nvSpPr>
          <p:cNvPr id="11" name="">
            <a:extLst xmlns:a="http://schemas.openxmlformats.org/drawingml/2006/main">
              <a:ext uri="{FF2B5EF4-FFF2-40B4-BE49-F238E27FC236}">
                <a16:creationId xmlns:a16="http://schemas.microsoft.com/office/drawing/2014/main" id="{01D09ACD-B2A6-47AD-97B5-40C7291D554D}"/>
              </a:ext>
            </a:extLst>
          </p:cNvPr>
          <p:cNvSpPr>
            <a:spLocks xmlns:a="http://schemas.openxmlformats.org/drawingml/2006/main" noGrp="1"/>
          </p:cNvSpPr>
          <p:nvPr/>
        </p:nvSpPr>
        <p:spPr>
          <a:xfrm xmlns:a="http://schemas.openxmlformats.org/drawingml/2006/main">
            <a:off x="628650" y="5286375"/>
            <a:ext cx="704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F5F8F8"/>
                </a:solidFill>
                <a:latin typeface="Arial"/>
                <a:ea typeface="Arial"/>
                <a:cs typeface="Arial"/>
              </a:defRPr>
            </a:defPPr>
            <a:lvl1pPr>
              <a:defRPr sz="1875" b="0">
                <a:solidFill>
                  <a:srgbClr val="F5F8F8"/>
                </a:solidFill>
                <a:latin typeface="Arial"/>
                <a:ea typeface="Arial"/>
                <a:cs typeface="Arial"/>
              </a:defRPr>
            </a:lvl1pPr>
            <a:lvl2pPr>
              <a:defRPr sz="1875" b="0">
                <a:solidFill>
                  <a:srgbClr val="F5F8F8"/>
                </a:solidFill>
                <a:latin typeface="Arial"/>
                <a:ea typeface="Arial"/>
                <a:cs typeface="Arial"/>
              </a:defRPr>
            </a:lvl2pPr>
            <a:lvl3pPr>
              <a:defRPr sz="1875" b="0">
                <a:solidFill>
                  <a:srgbClr val="F5F8F8"/>
                </a:solidFill>
                <a:latin typeface="Arial"/>
                <a:ea typeface="Arial"/>
                <a:cs typeface="Arial"/>
              </a:defRPr>
            </a:lvl3pPr>
            <a:lvl4pPr>
              <a:defRPr sz="1875" b="0">
                <a:solidFill>
                  <a:srgbClr val="F5F8F8"/>
                </a:solidFill>
                <a:latin typeface="Arial"/>
                <a:ea typeface="Arial"/>
                <a:cs typeface="Arial"/>
              </a:defRPr>
            </a:lvl4pPr>
            <a:lvl5pPr>
              <a:defRPr sz="1875" b="0">
                <a:solidFill>
                  <a:srgbClr val="F5F8F8"/>
                </a:solidFill>
                <a:latin typeface="Arial"/>
                <a:ea typeface="Arial"/>
                <a:cs typeface="Arial"/>
              </a:defRPr>
            </a:lvl5pPr>
            <a:lvl6pPr>
              <a:defRPr sz="1875" b="0">
                <a:solidFill>
                  <a:srgbClr val="F5F8F8"/>
                </a:solidFill>
                <a:latin typeface="Arial"/>
                <a:ea typeface="Arial"/>
                <a:cs typeface="Arial"/>
              </a:defRPr>
            </a:lvl6pPr>
            <a:lvl7pPr>
              <a:defRPr sz="1875" b="0">
                <a:solidFill>
                  <a:srgbClr val="F5F8F8"/>
                </a:solidFill>
                <a:latin typeface="Arial"/>
                <a:ea typeface="Arial"/>
                <a:cs typeface="Arial"/>
              </a:defRPr>
            </a:lvl7pPr>
            <a:lvl8pPr>
              <a:defRPr sz="1875" b="0">
                <a:solidFill>
                  <a:srgbClr val="F5F8F8"/>
                </a:solidFill>
                <a:latin typeface="Arial"/>
                <a:ea typeface="Arial"/>
                <a:cs typeface="Arial"/>
              </a:defRPr>
            </a:lvl8pPr>
            <a:lvl9pPr>
              <a:defRPr sz="1875" b="0">
                <a:solidFill>
                  <a:srgbClr val="F5F8F8"/>
                </a:solidFill>
                <a:latin typeface="Arial"/>
                <a:ea typeface="Arial"/>
                <a:cs typeface="Arial"/>
              </a:defRPr>
            </a:lvl9pPr>
          </a:lstStyle>
          <a:p xmlns:a="http://schemas.openxmlformats.org/drawingml/2006/main">
            <a:pPr>
              <a:defRPr sz="1875" b="0">
                <a:solidFill>
                  <a:srgbClr val="F5F8F8"/>
                </a:solidFill>
                <a:latin typeface="Arial"/>
                <a:ea typeface="Arial"/>
                <a:cs typeface="Arial"/>
              </a:defRPr>
            </a:pPr>
            <a:r>
              <a:rPr sz="1875" b="0">
                <a:solidFill>
                  <a:srgbClr val="F5F8F8"/>
                </a:solidFill>
                <a:latin typeface="Arial"/>
                <a:ea typeface="Arial"/>
                <a:cs typeface="Arial"/>
              </a:rPr>
              <a:t>Unieważnienie lub rotacja.</a:t>
            </a:r>
          </a:p>
        </p:txBody>
      </p:sp>
    </p:spTree>
    <p:extLst>
      <p:ext uri="{BB962C8B-B14F-4D97-AF65-F5344CB8AC3E}">
        <p14:creationId xmlns:p14="http://schemas.microsoft.com/office/powerpoint/2010/main" val="1805941619"/>
      </p:ext>
    </p:extLst>
  </p:cSld>
</p:sld>
</file>

<file path=ppt/slides/slide8.xml><?xml version="1.0" encoding="utf-8"?>
<p:sld xmlns:p="http://schemas.openxmlformats.org/presentationml/2006/main">
  <p:cSld>
    <p:bg>
      <p:bgPr>
        <a:solidFill xmlns:a="http://schemas.openxmlformats.org/drawingml/2006/main">
          <a:srgbClr val="F3F6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5EBC6FB-F7BD-4F6C-84D5-9F0C1AAAFD77}"/>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102C3B"/>
                </a:solidFill>
                <a:latin typeface="Arial"/>
                <a:ea typeface="Arial"/>
                <a:cs typeface="Arial"/>
              </a:defRPr>
            </a:defPPr>
            <a:lvl1pPr>
              <a:defRPr sz="4350" b="1">
                <a:solidFill>
                  <a:srgbClr val="102C3B"/>
                </a:solidFill>
                <a:latin typeface="Arial"/>
                <a:ea typeface="Arial"/>
                <a:cs typeface="Arial"/>
              </a:defRPr>
            </a:lvl1pPr>
            <a:lvl2pPr>
              <a:defRPr sz="4350" b="1">
                <a:solidFill>
                  <a:srgbClr val="102C3B"/>
                </a:solidFill>
                <a:latin typeface="Arial"/>
                <a:ea typeface="Arial"/>
                <a:cs typeface="Arial"/>
              </a:defRPr>
            </a:lvl2pPr>
            <a:lvl3pPr>
              <a:defRPr sz="4350" b="1">
                <a:solidFill>
                  <a:srgbClr val="102C3B"/>
                </a:solidFill>
                <a:latin typeface="Arial"/>
                <a:ea typeface="Arial"/>
                <a:cs typeface="Arial"/>
              </a:defRPr>
            </a:lvl3pPr>
            <a:lvl4pPr>
              <a:defRPr sz="4350" b="1">
                <a:solidFill>
                  <a:srgbClr val="102C3B"/>
                </a:solidFill>
                <a:latin typeface="Arial"/>
                <a:ea typeface="Arial"/>
                <a:cs typeface="Arial"/>
              </a:defRPr>
            </a:lvl4pPr>
            <a:lvl5pPr>
              <a:defRPr sz="4350" b="1">
                <a:solidFill>
                  <a:srgbClr val="102C3B"/>
                </a:solidFill>
                <a:latin typeface="Arial"/>
                <a:ea typeface="Arial"/>
                <a:cs typeface="Arial"/>
              </a:defRPr>
            </a:lvl5pPr>
            <a:lvl6pPr>
              <a:defRPr sz="4350" b="1">
                <a:solidFill>
                  <a:srgbClr val="102C3B"/>
                </a:solidFill>
                <a:latin typeface="Arial"/>
                <a:ea typeface="Arial"/>
                <a:cs typeface="Arial"/>
              </a:defRPr>
            </a:lvl6pPr>
            <a:lvl7pPr>
              <a:defRPr sz="4350" b="1">
                <a:solidFill>
                  <a:srgbClr val="102C3B"/>
                </a:solidFill>
                <a:latin typeface="Arial"/>
                <a:ea typeface="Arial"/>
                <a:cs typeface="Arial"/>
              </a:defRPr>
            </a:lvl7pPr>
            <a:lvl8pPr>
              <a:defRPr sz="4350" b="1">
                <a:solidFill>
                  <a:srgbClr val="102C3B"/>
                </a:solidFill>
                <a:latin typeface="Arial"/>
                <a:ea typeface="Arial"/>
                <a:cs typeface="Arial"/>
              </a:defRPr>
            </a:lvl8pPr>
            <a:lvl9pPr>
              <a:defRPr sz="4350" b="1">
                <a:solidFill>
                  <a:srgbClr val="102C3B"/>
                </a:solidFill>
                <a:latin typeface="Arial"/>
                <a:ea typeface="Arial"/>
                <a:cs typeface="Arial"/>
              </a:defRPr>
            </a:lvl9pPr>
          </a:lstStyle>
          <a:p xmlns:a="http://schemas.openxmlformats.org/drawingml/2006/main">
            <a:pPr>
              <a:defRPr sz="4350" b="1">
                <a:solidFill>
                  <a:srgbClr val="102C3B"/>
                </a:solidFill>
                <a:latin typeface="Arial"/>
                <a:ea typeface="Arial"/>
                <a:cs typeface="Arial"/>
              </a:defRPr>
            </a:pPr>
            <a:r>
              <a:rPr sz="4350" b="1">
                <a:solidFill>
                  <a:srgbClr val="102C3B"/>
                </a:solidFill>
                <a:latin typeface="Arial"/>
                <a:ea typeface="Arial"/>
                <a:cs typeface="Arial"/>
              </a:rPr>
              <a:t>Pola i funkcje API</a:t>
            </a:r>
          </a:p>
        </p:txBody>
      </p:sp>
      <p:sp>
        <p:nvSpPr>
          <p:cNvPr id="2" name="">
            <a:extLst xmlns:a="http://schemas.openxmlformats.org/drawingml/2006/main">
              <a:ext uri="{FF2B5EF4-FFF2-40B4-BE49-F238E27FC236}">
                <a16:creationId xmlns:a16="http://schemas.microsoft.com/office/drawing/2014/main" id="{A29A8D0F-758F-4EB3-A06E-79FD5C45A7A1}"/>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E7B"/>
                </a:solidFill>
                <a:latin typeface="Arial"/>
                <a:ea typeface="Arial"/>
                <a:cs typeface="Arial"/>
              </a:defRPr>
            </a:defPPr>
            <a:lvl1pPr>
              <a:defRPr sz="1350" b="0">
                <a:solidFill>
                  <a:srgbClr val="526E7B"/>
                </a:solidFill>
                <a:latin typeface="Arial"/>
                <a:ea typeface="Arial"/>
                <a:cs typeface="Arial"/>
              </a:defRPr>
            </a:lvl1pPr>
            <a:lvl2pPr>
              <a:defRPr sz="1350" b="0">
                <a:solidFill>
                  <a:srgbClr val="526E7B"/>
                </a:solidFill>
                <a:latin typeface="Arial"/>
                <a:ea typeface="Arial"/>
                <a:cs typeface="Arial"/>
              </a:defRPr>
            </a:lvl2pPr>
            <a:lvl3pPr>
              <a:defRPr sz="1350" b="0">
                <a:solidFill>
                  <a:srgbClr val="526E7B"/>
                </a:solidFill>
                <a:latin typeface="Arial"/>
                <a:ea typeface="Arial"/>
                <a:cs typeface="Arial"/>
              </a:defRPr>
            </a:lvl3pPr>
            <a:lvl4pPr>
              <a:defRPr sz="1350" b="0">
                <a:solidFill>
                  <a:srgbClr val="526E7B"/>
                </a:solidFill>
                <a:latin typeface="Arial"/>
                <a:ea typeface="Arial"/>
                <a:cs typeface="Arial"/>
              </a:defRPr>
            </a:lvl4pPr>
            <a:lvl5pPr>
              <a:defRPr sz="1350" b="0">
                <a:solidFill>
                  <a:srgbClr val="526E7B"/>
                </a:solidFill>
                <a:latin typeface="Arial"/>
                <a:ea typeface="Arial"/>
                <a:cs typeface="Arial"/>
              </a:defRPr>
            </a:lvl5pPr>
            <a:lvl6pPr>
              <a:defRPr sz="1350" b="0">
                <a:solidFill>
                  <a:srgbClr val="526E7B"/>
                </a:solidFill>
                <a:latin typeface="Arial"/>
                <a:ea typeface="Arial"/>
                <a:cs typeface="Arial"/>
              </a:defRPr>
            </a:lvl6pPr>
            <a:lvl7pPr>
              <a:defRPr sz="1350" b="0">
                <a:solidFill>
                  <a:srgbClr val="526E7B"/>
                </a:solidFill>
                <a:latin typeface="Arial"/>
                <a:ea typeface="Arial"/>
                <a:cs typeface="Arial"/>
              </a:defRPr>
            </a:lvl7pPr>
            <a:lvl8pPr>
              <a:defRPr sz="1350" b="0">
                <a:solidFill>
                  <a:srgbClr val="526E7B"/>
                </a:solidFill>
                <a:latin typeface="Arial"/>
                <a:ea typeface="Arial"/>
                <a:cs typeface="Arial"/>
              </a:defRPr>
            </a:lvl8pPr>
            <a:lvl9pPr>
              <a:defRPr sz="1350" b="0">
                <a:solidFill>
                  <a:srgbClr val="526E7B"/>
                </a:solidFill>
                <a:latin typeface="Arial"/>
                <a:ea typeface="Arial"/>
                <a:cs typeface="Arial"/>
              </a:defRPr>
            </a:lvl9pPr>
          </a:lstStyle>
          <a:p xmlns:a="http://schemas.openxmlformats.org/drawingml/2006/main">
            <a:pPr>
              <a:defRPr sz="1350" b="0">
                <a:solidFill>
                  <a:srgbClr val="526E7B"/>
                </a:solidFill>
                <a:latin typeface="Arial"/>
                <a:ea typeface="Arial"/>
                <a:cs typeface="Arial"/>
              </a:defRPr>
            </a:pPr>
            <a:r>
              <a:rPr sz="1350" b="0">
                <a:solidFill>
                  <a:srgbClr val="526E7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8C941D3-6B8A-400B-9507-81D5F3155A16}"/>
              </a:ext>
            </a:extLst>
          </p:cNvPr>
          <p:cNvSpPr>
            <a:spLocks xmlns:a="http://schemas.openxmlformats.org/drawingml/2006/main" noGrp="1"/>
          </p:cNvSpPr>
          <p:nvPr/>
        </p:nvSpPr>
        <p:spPr>
          <a:xfrm xmlns:a="http://schemas.openxmlformats.org/drawingml/2006/main">
            <a:off x="628650" y="209550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07C79"/>
                </a:solidFill>
                <a:latin typeface="Arial"/>
                <a:ea typeface="Arial"/>
                <a:cs typeface="Arial"/>
              </a:defRPr>
            </a:defPPr>
            <a:lvl1pPr>
              <a:defRPr sz="2325" b="1">
                <a:solidFill>
                  <a:srgbClr val="007C79"/>
                </a:solidFill>
                <a:latin typeface="Arial"/>
                <a:ea typeface="Arial"/>
                <a:cs typeface="Arial"/>
              </a:defRPr>
            </a:lvl1pPr>
            <a:lvl2pPr>
              <a:defRPr sz="2325" b="1">
                <a:solidFill>
                  <a:srgbClr val="007C79"/>
                </a:solidFill>
                <a:latin typeface="Arial"/>
                <a:ea typeface="Arial"/>
                <a:cs typeface="Arial"/>
              </a:defRPr>
            </a:lvl2pPr>
            <a:lvl3pPr>
              <a:defRPr sz="2325" b="1">
                <a:solidFill>
                  <a:srgbClr val="007C79"/>
                </a:solidFill>
                <a:latin typeface="Arial"/>
                <a:ea typeface="Arial"/>
                <a:cs typeface="Arial"/>
              </a:defRPr>
            </a:lvl3pPr>
            <a:lvl4pPr>
              <a:defRPr sz="2325" b="1">
                <a:solidFill>
                  <a:srgbClr val="007C79"/>
                </a:solidFill>
                <a:latin typeface="Arial"/>
                <a:ea typeface="Arial"/>
                <a:cs typeface="Arial"/>
              </a:defRPr>
            </a:lvl4pPr>
            <a:lvl5pPr>
              <a:defRPr sz="2325" b="1">
                <a:solidFill>
                  <a:srgbClr val="007C79"/>
                </a:solidFill>
                <a:latin typeface="Arial"/>
                <a:ea typeface="Arial"/>
                <a:cs typeface="Arial"/>
              </a:defRPr>
            </a:lvl5pPr>
            <a:lvl6pPr>
              <a:defRPr sz="2325" b="1">
                <a:solidFill>
                  <a:srgbClr val="007C79"/>
                </a:solidFill>
                <a:latin typeface="Arial"/>
                <a:ea typeface="Arial"/>
                <a:cs typeface="Arial"/>
              </a:defRPr>
            </a:lvl6pPr>
            <a:lvl7pPr>
              <a:defRPr sz="2325" b="1">
                <a:solidFill>
                  <a:srgbClr val="007C79"/>
                </a:solidFill>
                <a:latin typeface="Arial"/>
                <a:ea typeface="Arial"/>
                <a:cs typeface="Arial"/>
              </a:defRPr>
            </a:lvl7pPr>
            <a:lvl8pPr>
              <a:defRPr sz="2325" b="1">
                <a:solidFill>
                  <a:srgbClr val="007C79"/>
                </a:solidFill>
                <a:latin typeface="Arial"/>
                <a:ea typeface="Arial"/>
                <a:cs typeface="Arial"/>
              </a:defRPr>
            </a:lvl8pPr>
            <a:lvl9pPr>
              <a:defRPr sz="2325" b="1">
                <a:solidFill>
                  <a:srgbClr val="007C79"/>
                </a:solidFill>
                <a:latin typeface="Arial"/>
                <a:ea typeface="Arial"/>
                <a:cs typeface="Arial"/>
              </a:defRPr>
            </a:lvl9pPr>
          </a:lstStyle>
          <a:p xmlns:a="http://schemas.openxmlformats.org/drawingml/2006/main">
            <a:pPr>
              <a:defRPr sz="2325" b="1">
                <a:solidFill>
                  <a:srgbClr val="007C79"/>
                </a:solidFill>
                <a:latin typeface="Arial"/>
                <a:ea typeface="Arial"/>
                <a:cs typeface="Arial"/>
              </a:defRPr>
            </a:pPr>
            <a:r>
              <a:rPr sz="2325" b="1">
                <a:solidFill>
                  <a:srgbClr val="007C79"/>
                </a:solidFill>
                <a:latin typeface="Arial"/>
                <a:ea typeface="Arial"/>
                <a:cs typeface="Arial"/>
              </a:rPr>
              <a:t>Dostęp do pola</a:t>
            </a:r>
          </a:p>
        </p:txBody>
      </p:sp>
      <p:sp>
        <p:nvSpPr>
          <p:cNvPr id="4" name="">
            <a:extLst xmlns:a="http://schemas.openxmlformats.org/drawingml/2006/main">
              <a:ext uri="{FF2B5EF4-FFF2-40B4-BE49-F238E27FC236}">
                <a16:creationId xmlns:a16="http://schemas.microsoft.com/office/drawing/2014/main" id="{592BBB11-1424-4DF2-9B5A-EC19ECCB7FA9}"/>
              </a:ext>
            </a:extLst>
          </p:cNvPr>
          <p:cNvSpPr>
            <a:spLocks xmlns:a="http://schemas.openxmlformats.org/drawingml/2006/main" noGrp="1"/>
          </p:cNvSpPr>
          <p:nvPr/>
        </p:nvSpPr>
        <p:spPr>
          <a:xfrm xmlns:a="http://schemas.openxmlformats.org/drawingml/2006/main">
            <a:off x="628650" y="27622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75" b="1">
                <a:solidFill>
                  <a:srgbClr val="102C3B"/>
                </a:solidFill>
                <a:latin typeface="Arial"/>
                <a:ea typeface="Arial"/>
                <a:cs typeface="Arial"/>
              </a:defRPr>
            </a:defPPr>
            <a:lvl1pPr>
              <a:defRPr sz="2775" b="1">
                <a:solidFill>
                  <a:srgbClr val="102C3B"/>
                </a:solidFill>
                <a:latin typeface="Arial"/>
                <a:ea typeface="Arial"/>
                <a:cs typeface="Arial"/>
              </a:defRPr>
            </a:lvl1pPr>
            <a:lvl2pPr>
              <a:defRPr sz="2775" b="1">
                <a:solidFill>
                  <a:srgbClr val="102C3B"/>
                </a:solidFill>
                <a:latin typeface="Arial"/>
                <a:ea typeface="Arial"/>
                <a:cs typeface="Arial"/>
              </a:defRPr>
            </a:lvl2pPr>
            <a:lvl3pPr>
              <a:defRPr sz="2775" b="1">
                <a:solidFill>
                  <a:srgbClr val="102C3B"/>
                </a:solidFill>
                <a:latin typeface="Arial"/>
                <a:ea typeface="Arial"/>
                <a:cs typeface="Arial"/>
              </a:defRPr>
            </a:lvl3pPr>
            <a:lvl4pPr>
              <a:defRPr sz="2775" b="1">
                <a:solidFill>
                  <a:srgbClr val="102C3B"/>
                </a:solidFill>
                <a:latin typeface="Arial"/>
                <a:ea typeface="Arial"/>
                <a:cs typeface="Arial"/>
              </a:defRPr>
            </a:lvl4pPr>
            <a:lvl5pPr>
              <a:defRPr sz="2775" b="1">
                <a:solidFill>
                  <a:srgbClr val="102C3B"/>
                </a:solidFill>
                <a:latin typeface="Arial"/>
                <a:ea typeface="Arial"/>
                <a:cs typeface="Arial"/>
              </a:defRPr>
            </a:lvl5pPr>
            <a:lvl6pPr>
              <a:defRPr sz="2775" b="1">
                <a:solidFill>
                  <a:srgbClr val="102C3B"/>
                </a:solidFill>
                <a:latin typeface="Arial"/>
                <a:ea typeface="Arial"/>
                <a:cs typeface="Arial"/>
              </a:defRPr>
            </a:lvl6pPr>
            <a:lvl7pPr>
              <a:defRPr sz="2775" b="1">
                <a:solidFill>
                  <a:srgbClr val="102C3B"/>
                </a:solidFill>
                <a:latin typeface="Arial"/>
                <a:ea typeface="Arial"/>
                <a:cs typeface="Arial"/>
              </a:defRPr>
            </a:lvl7pPr>
            <a:lvl8pPr>
              <a:defRPr sz="2775" b="1">
                <a:solidFill>
                  <a:srgbClr val="102C3B"/>
                </a:solidFill>
                <a:latin typeface="Arial"/>
                <a:ea typeface="Arial"/>
                <a:cs typeface="Arial"/>
              </a:defRPr>
            </a:lvl8pPr>
            <a:lvl9pPr>
              <a:defRPr sz="2775" b="1">
                <a:solidFill>
                  <a:srgbClr val="102C3B"/>
                </a:solidFill>
                <a:latin typeface="Arial"/>
                <a:ea typeface="Arial"/>
                <a:cs typeface="Arial"/>
              </a:defRPr>
            </a:lvl9pPr>
          </a:lstStyle>
          <a:p xmlns:a="http://schemas.openxmlformats.org/drawingml/2006/main">
            <a:pPr>
              <a:defRPr sz="2775" b="1">
                <a:solidFill>
                  <a:srgbClr val="102C3B"/>
                </a:solidFill>
                <a:latin typeface="Arial"/>
                <a:ea typeface="Arial"/>
                <a:cs typeface="Arial"/>
              </a:defRPr>
            </a:pPr>
            <a:r>
              <a:rPr sz="2775" b="1">
                <a:solidFill>
                  <a:srgbClr val="102C3B"/>
                </a:solidFill>
                <a:latin typeface="Arial"/>
                <a:ea typeface="Arial"/>
                <a:cs typeface="Arial"/>
              </a:rPr>
              <a:t>PATCH /profile</a:t>
            </a:r>
          </a:p>
        </p:txBody>
      </p:sp>
      <p:sp>
        <p:nvSpPr>
          <p:cNvPr id="5" name="">
            <a:extLst xmlns:a="http://schemas.openxmlformats.org/drawingml/2006/main">
              <a:ext uri="{FF2B5EF4-FFF2-40B4-BE49-F238E27FC236}">
                <a16:creationId xmlns:a16="http://schemas.microsoft.com/office/drawing/2014/main" id="{1D914532-F5A3-4D74-A510-11C4D502536A}"/>
              </a:ext>
            </a:extLst>
          </p:cNvPr>
          <p:cNvSpPr>
            <a:spLocks xmlns:a="http://schemas.openxmlformats.org/drawingml/2006/main" noGrp="1"/>
          </p:cNvSpPr>
          <p:nvPr/>
        </p:nvSpPr>
        <p:spPr>
          <a:xfrm xmlns:a="http://schemas.openxmlformats.org/drawingml/2006/main">
            <a:off x="628650" y="36195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C74B40"/>
                </a:solidFill>
                <a:latin typeface="Arial"/>
                <a:ea typeface="Arial"/>
                <a:cs typeface="Arial"/>
              </a:defRPr>
            </a:defPPr>
            <a:lvl1pPr>
              <a:defRPr sz="3225" b="1">
                <a:solidFill>
                  <a:srgbClr val="C74B40"/>
                </a:solidFill>
                <a:latin typeface="Arial"/>
                <a:ea typeface="Arial"/>
                <a:cs typeface="Arial"/>
              </a:defRPr>
            </a:lvl1pPr>
            <a:lvl2pPr>
              <a:defRPr sz="3225" b="1">
                <a:solidFill>
                  <a:srgbClr val="C74B40"/>
                </a:solidFill>
                <a:latin typeface="Arial"/>
                <a:ea typeface="Arial"/>
                <a:cs typeface="Arial"/>
              </a:defRPr>
            </a:lvl2pPr>
            <a:lvl3pPr>
              <a:defRPr sz="3225" b="1">
                <a:solidFill>
                  <a:srgbClr val="C74B40"/>
                </a:solidFill>
                <a:latin typeface="Arial"/>
                <a:ea typeface="Arial"/>
                <a:cs typeface="Arial"/>
              </a:defRPr>
            </a:lvl3pPr>
            <a:lvl4pPr>
              <a:defRPr sz="3225" b="1">
                <a:solidFill>
                  <a:srgbClr val="C74B40"/>
                </a:solidFill>
                <a:latin typeface="Arial"/>
                <a:ea typeface="Arial"/>
                <a:cs typeface="Arial"/>
              </a:defRPr>
            </a:lvl4pPr>
            <a:lvl5pPr>
              <a:defRPr sz="3225" b="1">
                <a:solidFill>
                  <a:srgbClr val="C74B40"/>
                </a:solidFill>
                <a:latin typeface="Arial"/>
                <a:ea typeface="Arial"/>
                <a:cs typeface="Arial"/>
              </a:defRPr>
            </a:lvl5pPr>
            <a:lvl6pPr>
              <a:defRPr sz="3225" b="1">
                <a:solidFill>
                  <a:srgbClr val="C74B40"/>
                </a:solidFill>
                <a:latin typeface="Arial"/>
                <a:ea typeface="Arial"/>
                <a:cs typeface="Arial"/>
              </a:defRPr>
            </a:lvl6pPr>
            <a:lvl7pPr>
              <a:defRPr sz="3225" b="1">
                <a:solidFill>
                  <a:srgbClr val="C74B40"/>
                </a:solidFill>
                <a:latin typeface="Arial"/>
                <a:ea typeface="Arial"/>
                <a:cs typeface="Arial"/>
              </a:defRPr>
            </a:lvl7pPr>
            <a:lvl8pPr>
              <a:defRPr sz="3225" b="1">
                <a:solidFill>
                  <a:srgbClr val="C74B40"/>
                </a:solidFill>
                <a:latin typeface="Arial"/>
                <a:ea typeface="Arial"/>
                <a:cs typeface="Arial"/>
              </a:defRPr>
            </a:lvl8pPr>
            <a:lvl9pPr>
              <a:defRPr sz="3225" b="1">
                <a:solidFill>
                  <a:srgbClr val="C74B40"/>
                </a:solidFill>
                <a:latin typeface="Arial"/>
                <a:ea typeface="Arial"/>
                <a:cs typeface="Arial"/>
              </a:defRPr>
            </a:lvl9pPr>
          </a:lstStyle>
          <a:p xmlns:a="http://schemas.openxmlformats.org/drawingml/2006/main">
            <a:pPr>
              <a:defRPr sz="3225" b="1">
                <a:solidFill>
                  <a:srgbClr val="C74B40"/>
                </a:solidFill>
                <a:latin typeface="Arial"/>
                <a:ea typeface="Arial"/>
                <a:cs typeface="Arial"/>
              </a:defRPr>
            </a:pPr>
            <a:r>
              <a:rPr sz="3225" b="1">
                <a:solidFill>
                  <a:srgbClr val="C74B40"/>
                </a:solidFill>
                <a:latin typeface="Arial"/>
                <a:ea typeface="Arial"/>
                <a:cs typeface="Arial"/>
              </a:rPr>
              <a:t>role = "admin"</a:t>
            </a:r>
          </a:p>
        </p:txBody>
      </p:sp>
      <p:sp>
        <p:nvSpPr>
          <p:cNvPr id="6" name="">
            <a:extLst xmlns:a="http://schemas.openxmlformats.org/drawingml/2006/main">
              <a:ext uri="{FF2B5EF4-FFF2-40B4-BE49-F238E27FC236}">
                <a16:creationId xmlns:a16="http://schemas.microsoft.com/office/drawing/2014/main" id="{871708F6-BC36-43D8-8177-C4B13475DA39}"/>
              </a:ext>
            </a:extLst>
          </p:cNvPr>
          <p:cNvSpPr>
            <a:spLocks xmlns:a="http://schemas.openxmlformats.org/drawingml/2006/main" noGrp="1"/>
          </p:cNvSpPr>
          <p:nvPr/>
        </p:nvSpPr>
        <p:spPr>
          <a:xfrm xmlns:a="http://schemas.openxmlformats.org/drawingml/2006/main">
            <a:off x="628650" y="45148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Zmiana roli wymaga uprawnień</a:t>
            </a:r>
          </a:p>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administratora.</a:t>
            </a:r>
          </a:p>
        </p:txBody>
      </p:sp>
      <p:sp>
        <p:nvSpPr>
          <p:cNvPr id="7" name="">
            <a:extLst xmlns:a="http://schemas.openxmlformats.org/drawingml/2006/main">
              <a:ext uri="{FF2B5EF4-FFF2-40B4-BE49-F238E27FC236}">
                <a16:creationId xmlns:a16="http://schemas.microsoft.com/office/drawing/2014/main" id="{BF1C4743-2355-44F7-9E44-AC98D145FF22}"/>
              </a:ext>
            </a:extLst>
          </p:cNvPr>
          <p:cNvSpPr>
            <a:spLocks xmlns:a="http://schemas.openxmlformats.org/drawingml/2006/main" noGrp="1"/>
          </p:cNvSpPr>
          <p:nvPr/>
        </p:nvSpPr>
        <p:spPr>
          <a:xfrm xmlns:a="http://schemas.openxmlformats.org/drawingml/2006/main">
            <a:off x="6610350" y="2095500"/>
            <a:ext cx="4905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07C79"/>
                </a:solidFill>
                <a:latin typeface="Arial"/>
                <a:ea typeface="Arial"/>
                <a:cs typeface="Arial"/>
              </a:defRPr>
            </a:defPPr>
            <a:lvl1pPr>
              <a:defRPr sz="2325" b="1">
                <a:solidFill>
                  <a:srgbClr val="007C79"/>
                </a:solidFill>
                <a:latin typeface="Arial"/>
                <a:ea typeface="Arial"/>
                <a:cs typeface="Arial"/>
              </a:defRPr>
            </a:lvl1pPr>
            <a:lvl2pPr>
              <a:defRPr sz="2325" b="1">
                <a:solidFill>
                  <a:srgbClr val="007C79"/>
                </a:solidFill>
                <a:latin typeface="Arial"/>
                <a:ea typeface="Arial"/>
                <a:cs typeface="Arial"/>
              </a:defRPr>
            </a:lvl2pPr>
            <a:lvl3pPr>
              <a:defRPr sz="2325" b="1">
                <a:solidFill>
                  <a:srgbClr val="007C79"/>
                </a:solidFill>
                <a:latin typeface="Arial"/>
                <a:ea typeface="Arial"/>
                <a:cs typeface="Arial"/>
              </a:defRPr>
            </a:lvl3pPr>
            <a:lvl4pPr>
              <a:defRPr sz="2325" b="1">
                <a:solidFill>
                  <a:srgbClr val="007C79"/>
                </a:solidFill>
                <a:latin typeface="Arial"/>
                <a:ea typeface="Arial"/>
                <a:cs typeface="Arial"/>
              </a:defRPr>
            </a:lvl4pPr>
            <a:lvl5pPr>
              <a:defRPr sz="2325" b="1">
                <a:solidFill>
                  <a:srgbClr val="007C79"/>
                </a:solidFill>
                <a:latin typeface="Arial"/>
                <a:ea typeface="Arial"/>
                <a:cs typeface="Arial"/>
              </a:defRPr>
            </a:lvl5pPr>
            <a:lvl6pPr>
              <a:defRPr sz="2325" b="1">
                <a:solidFill>
                  <a:srgbClr val="007C79"/>
                </a:solidFill>
                <a:latin typeface="Arial"/>
                <a:ea typeface="Arial"/>
                <a:cs typeface="Arial"/>
              </a:defRPr>
            </a:lvl6pPr>
            <a:lvl7pPr>
              <a:defRPr sz="2325" b="1">
                <a:solidFill>
                  <a:srgbClr val="007C79"/>
                </a:solidFill>
                <a:latin typeface="Arial"/>
                <a:ea typeface="Arial"/>
                <a:cs typeface="Arial"/>
              </a:defRPr>
            </a:lvl7pPr>
            <a:lvl8pPr>
              <a:defRPr sz="2325" b="1">
                <a:solidFill>
                  <a:srgbClr val="007C79"/>
                </a:solidFill>
                <a:latin typeface="Arial"/>
                <a:ea typeface="Arial"/>
                <a:cs typeface="Arial"/>
              </a:defRPr>
            </a:lvl8pPr>
            <a:lvl9pPr>
              <a:defRPr sz="2325" b="1">
                <a:solidFill>
                  <a:srgbClr val="007C79"/>
                </a:solidFill>
                <a:latin typeface="Arial"/>
                <a:ea typeface="Arial"/>
                <a:cs typeface="Arial"/>
              </a:defRPr>
            </a:lvl9pPr>
          </a:lstStyle>
          <a:p xmlns:a="http://schemas.openxmlformats.org/drawingml/2006/main">
            <a:pPr>
              <a:defRPr sz="2325" b="1">
                <a:solidFill>
                  <a:srgbClr val="007C79"/>
                </a:solidFill>
                <a:latin typeface="Arial"/>
                <a:ea typeface="Arial"/>
                <a:cs typeface="Arial"/>
              </a:defRPr>
            </a:pPr>
            <a:r>
              <a:rPr sz="2325" b="1">
                <a:solidFill>
                  <a:srgbClr val="007C79"/>
                </a:solidFill>
                <a:latin typeface="Arial"/>
                <a:ea typeface="Arial"/>
                <a:cs typeface="Arial"/>
              </a:rPr>
              <a:t>Dostęp do funkcji</a:t>
            </a:r>
          </a:p>
        </p:txBody>
      </p:sp>
      <p:sp>
        <p:nvSpPr>
          <p:cNvPr id="8" name="">
            <a:extLst xmlns:a="http://schemas.openxmlformats.org/drawingml/2006/main">
              <a:ext uri="{FF2B5EF4-FFF2-40B4-BE49-F238E27FC236}">
                <a16:creationId xmlns:a16="http://schemas.microsoft.com/office/drawing/2014/main" id="{430EEF74-6272-405C-9451-1640A032AF9F}"/>
              </a:ext>
            </a:extLst>
          </p:cNvPr>
          <p:cNvSpPr>
            <a:spLocks xmlns:a="http://schemas.openxmlformats.org/drawingml/2006/main" noGrp="1"/>
          </p:cNvSpPr>
          <p:nvPr/>
        </p:nvSpPr>
        <p:spPr>
          <a:xfrm xmlns:a="http://schemas.openxmlformats.org/drawingml/2006/main">
            <a:off x="6610350" y="2762250"/>
            <a:ext cx="490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02C3B"/>
                </a:solidFill>
                <a:latin typeface="Arial"/>
                <a:ea typeface="Arial"/>
                <a:cs typeface="Arial"/>
              </a:defRPr>
            </a:defPPr>
            <a:lvl1pPr>
              <a:defRPr sz="2700" b="1">
                <a:solidFill>
                  <a:srgbClr val="102C3B"/>
                </a:solidFill>
                <a:latin typeface="Arial"/>
                <a:ea typeface="Arial"/>
                <a:cs typeface="Arial"/>
              </a:defRPr>
            </a:lvl1pPr>
            <a:lvl2pPr>
              <a:defRPr sz="2700" b="1">
                <a:solidFill>
                  <a:srgbClr val="102C3B"/>
                </a:solidFill>
                <a:latin typeface="Arial"/>
                <a:ea typeface="Arial"/>
                <a:cs typeface="Arial"/>
              </a:defRPr>
            </a:lvl2pPr>
            <a:lvl3pPr>
              <a:defRPr sz="2700" b="1">
                <a:solidFill>
                  <a:srgbClr val="102C3B"/>
                </a:solidFill>
                <a:latin typeface="Arial"/>
                <a:ea typeface="Arial"/>
                <a:cs typeface="Arial"/>
              </a:defRPr>
            </a:lvl3pPr>
            <a:lvl4pPr>
              <a:defRPr sz="2700" b="1">
                <a:solidFill>
                  <a:srgbClr val="102C3B"/>
                </a:solidFill>
                <a:latin typeface="Arial"/>
                <a:ea typeface="Arial"/>
                <a:cs typeface="Arial"/>
              </a:defRPr>
            </a:lvl4pPr>
            <a:lvl5pPr>
              <a:defRPr sz="2700" b="1">
                <a:solidFill>
                  <a:srgbClr val="102C3B"/>
                </a:solidFill>
                <a:latin typeface="Arial"/>
                <a:ea typeface="Arial"/>
                <a:cs typeface="Arial"/>
              </a:defRPr>
            </a:lvl5pPr>
            <a:lvl6pPr>
              <a:defRPr sz="2700" b="1">
                <a:solidFill>
                  <a:srgbClr val="102C3B"/>
                </a:solidFill>
                <a:latin typeface="Arial"/>
                <a:ea typeface="Arial"/>
                <a:cs typeface="Arial"/>
              </a:defRPr>
            </a:lvl6pPr>
            <a:lvl7pPr>
              <a:defRPr sz="2700" b="1">
                <a:solidFill>
                  <a:srgbClr val="102C3B"/>
                </a:solidFill>
                <a:latin typeface="Arial"/>
                <a:ea typeface="Arial"/>
                <a:cs typeface="Arial"/>
              </a:defRPr>
            </a:lvl7pPr>
            <a:lvl8pPr>
              <a:defRPr sz="2700" b="1">
                <a:solidFill>
                  <a:srgbClr val="102C3B"/>
                </a:solidFill>
                <a:latin typeface="Arial"/>
                <a:ea typeface="Arial"/>
                <a:cs typeface="Arial"/>
              </a:defRPr>
            </a:lvl8pPr>
            <a:lvl9pPr>
              <a:defRPr sz="2700" b="1">
                <a:solidFill>
                  <a:srgbClr val="102C3B"/>
                </a:solidFill>
                <a:latin typeface="Arial"/>
                <a:ea typeface="Arial"/>
                <a:cs typeface="Arial"/>
              </a:defRPr>
            </a:lvl9pPr>
          </a:lstStyle>
          <a:p xmlns:a="http://schemas.openxmlformats.org/drawingml/2006/main">
            <a:pPr>
              <a:defRPr sz="2700" b="1">
                <a:solidFill>
                  <a:srgbClr val="102C3B"/>
                </a:solidFill>
                <a:latin typeface="Arial"/>
                <a:ea typeface="Arial"/>
                <a:cs typeface="Arial"/>
              </a:defRPr>
            </a:pPr>
            <a:r>
              <a:rPr sz="2700" b="1">
                <a:solidFill>
                  <a:srgbClr val="102C3B"/>
                </a:solidFill>
                <a:latin typeface="Arial"/>
                <a:ea typeface="Arial"/>
                <a:cs typeface="Arial"/>
              </a:rPr>
              <a:t>GET /admin/export</a:t>
            </a:r>
          </a:p>
        </p:txBody>
      </p:sp>
      <p:sp>
        <p:nvSpPr>
          <p:cNvPr id="9" name="">
            <a:extLst xmlns:a="http://schemas.openxmlformats.org/drawingml/2006/main">
              <a:ext uri="{FF2B5EF4-FFF2-40B4-BE49-F238E27FC236}">
                <a16:creationId xmlns:a16="http://schemas.microsoft.com/office/drawing/2014/main" id="{6A5BAB59-F8A0-465A-BBA5-D2285B735377}"/>
              </a:ext>
            </a:extLst>
          </p:cNvPr>
          <p:cNvSpPr>
            <a:spLocks xmlns:a="http://schemas.openxmlformats.org/drawingml/2006/main" noGrp="1"/>
          </p:cNvSpPr>
          <p:nvPr/>
        </p:nvSpPr>
        <p:spPr>
          <a:xfrm xmlns:a="http://schemas.openxmlformats.org/drawingml/2006/main">
            <a:off x="6610350" y="3619500"/>
            <a:ext cx="490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C74B40"/>
                </a:solidFill>
                <a:latin typeface="Arial"/>
                <a:ea typeface="Arial"/>
                <a:cs typeface="Arial"/>
              </a:defRPr>
            </a:defPPr>
            <a:lvl1pPr>
              <a:defRPr sz="3075" b="1">
                <a:solidFill>
                  <a:srgbClr val="C74B40"/>
                </a:solidFill>
                <a:latin typeface="Arial"/>
                <a:ea typeface="Arial"/>
                <a:cs typeface="Arial"/>
              </a:defRPr>
            </a:lvl1pPr>
            <a:lvl2pPr>
              <a:defRPr sz="3075" b="1">
                <a:solidFill>
                  <a:srgbClr val="C74B40"/>
                </a:solidFill>
                <a:latin typeface="Arial"/>
                <a:ea typeface="Arial"/>
                <a:cs typeface="Arial"/>
              </a:defRPr>
            </a:lvl2pPr>
            <a:lvl3pPr>
              <a:defRPr sz="3075" b="1">
                <a:solidFill>
                  <a:srgbClr val="C74B40"/>
                </a:solidFill>
                <a:latin typeface="Arial"/>
                <a:ea typeface="Arial"/>
                <a:cs typeface="Arial"/>
              </a:defRPr>
            </a:lvl3pPr>
            <a:lvl4pPr>
              <a:defRPr sz="3075" b="1">
                <a:solidFill>
                  <a:srgbClr val="C74B40"/>
                </a:solidFill>
                <a:latin typeface="Arial"/>
                <a:ea typeface="Arial"/>
                <a:cs typeface="Arial"/>
              </a:defRPr>
            </a:lvl4pPr>
            <a:lvl5pPr>
              <a:defRPr sz="3075" b="1">
                <a:solidFill>
                  <a:srgbClr val="C74B40"/>
                </a:solidFill>
                <a:latin typeface="Arial"/>
                <a:ea typeface="Arial"/>
                <a:cs typeface="Arial"/>
              </a:defRPr>
            </a:lvl5pPr>
            <a:lvl6pPr>
              <a:defRPr sz="3075" b="1">
                <a:solidFill>
                  <a:srgbClr val="C74B40"/>
                </a:solidFill>
                <a:latin typeface="Arial"/>
                <a:ea typeface="Arial"/>
                <a:cs typeface="Arial"/>
              </a:defRPr>
            </a:lvl6pPr>
            <a:lvl7pPr>
              <a:defRPr sz="3075" b="1">
                <a:solidFill>
                  <a:srgbClr val="C74B40"/>
                </a:solidFill>
                <a:latin typeface="Arial"/>
                <a:ea typeface="Arial"/>
                <a:cs typeface="Arial"/>
              </a:defRPr>
            </a:lvl7pPr>
            <a:lvl8pPr>
              <a:defRPr sz="3075" b="1">
                <a:solidFill>
                  <a:srgbClr val="C74B40"/>
                </a:solidFill>
                <a:latin typeface="Arial"/>
                <a:ea typeface="Arial"/>
                <a:cs typeface="Arial"/>
              </a:defRPr>
            </a:lvl8pPr>
            <a:lvl9pPr>
              <a:defRPr sz="3075" b="1">
                <a:solidFill>
                  <a:srgbClr val="C74B40"/>
                </a:solidFill>
                <a:latin typeface="Arial"/>
                <a:ea typeface="Arial"/>
                <a:cs typeface="Arial"/>
              </a:defRPr>
            </a:lvl9pPr>
          </a:lstStyle>
          <a:p xmlns:a="http://schemas.openxmlformats.org/drawingml/2006/main">
            <a:pPr>
              <a:defRPr sz="3075" b="1">
                <a:solidFill>
                  <a:srgbClr val="C74B40"/>
                </a:solidFill>
                <a:latin typeface="Arial"/>
                <a:ea typeface="Arial"/>
                <a:cs typeface="Arial"/>
              </a:defRPr>
            </a:pPr>
            <a:r>
              <a:rPr sz="3075" b="1">
                <a:solidFill>
                  <a:srgbClr val="C74B40"/>
                </a:solidFill>
                <a:latin typeface="Arial"/>
                <a:ea typeface="Arial"/>
                <a:cs typeface="Arial"/>
              </a:rPr>
              <a:t>Eksport klientów</a:t>
            </a:r>
          </a:p>
        </p:txBody>
      </p:sp>
      <p:sp>
        <p:nvSpPr>
          <p:cNvPr id="10" name="">
            <a:extLst xmlns:a="http://schemas.openxmlformats.org/drawingml/2006/main">
              <a:ext uri="{FF2B5EF4-FFF2-40B4-BE49-F238E27FC236}">
                <a16:creationId xmlns:a16="http://schemas.microsoft.com/office/drawing/2014/main" id="{FC435769-986E-49E2-9109-5D145238F6A1}"/>
              </a:ext>
            </a:extLst>
          </p:cNvPr>
          <p:cNvSpPr>
            <a:spLocks xmlns:a="http://schemas.openxmlformats.org/drawingml/2006/main" noGrp="1"/>
          </p:cNvSpPr>
          <p:nvPr/>
        </p:nvSpPr>
        <p:spPr>
          <a:xfrm xmlns:a="http://schemas.openxmlformats.org/drawingml/2006/main">
            <a:off x="6610350" y="4514850"/>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Eksport danych wymaga</a:t>
            </a:r>
          </a:p>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odpowiedniej roli i zakresu dostępu.</a:t>
            </a:r>
          </a:p>
        </p:txBody>
      </p:sp>
      <p:sp>
        <p:nvSpPr>
          <p:cNvPr id="11" name="">
            <a:extLst xmlns:a="http://schemas.openxmlformats.org/drawingml/2006/main">
              <a:ext uri="{FF2B5EF4-FFF2-40B4-BE49-F238E27FC236}">
                <a16:creationId xmlns:a16="http://schemas.microsoft.com/office/drawing/2014/main" id="{618B854F-7DCF-4E37-8813-2C43538743F6}"/>
              </a:ext>
            </a:extLst>
          </p:cNvPr>
          <p:cNvSpPr>
            <a:spLocks xmlns:a="http://schemas.openxmlformats.org/drawingml/2006/main" noGrp="1"/>
          </p:cNvSpPr>
          <p:nvPr/>
        </p:nvSpPr>
        <p:spPr>
          <a:xfrm xmlns:a="http://schemas.openxmlformats.org/drawingml/2006/main">
            <a:off x="628650" y="59626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526E7B"/>
                </a:solidFill>
                <a:latin typeface="Arial"/>
                <a:ea typeface="Arial"/>
                <a:cs typeface="Arial"/>
              </a:defRPr>
            </a:defPPr>
            <a:lvl1pPr>
              <a:defRPr sz="1650" b="0">
                <a:solidFill>
                  <a:srgbClr val="526E7B"/>
                </a:solidFill>
                <a:latin typeface="Arial"/>
                <a:ea typeface="Arial"/>
                <a:cs typeface="Arial"/>
              </a:defRPr>
            </a:lvl1pPr>
            <a:lvl2pPr>
              <a:defRPr sz="1650" b="0">
                <a:solidFill>
                  <a:srgbClr val="526E7B"/>
                </a:solidFill>
                <a:latin typeface="Arial"/>
                <a:ea typeface="Arial"/>
                <a:cs typeface="Arial"/>
              </a:defRPr>
            </a:lvl2pPr>
            <a:lvl3pPr>
              <a:defRPr sz="1650" b="0">
                <a:solidFill>
                  <a:srgbClr val="526E7B"/>
                </a:solidFill>
                <a:latin typeface="Arial"/>
                <a:ea typeface="Arial"/>
                <a:cs typeface="Arial"/>
              </a:defRPr>
            </a:lvl3pPr>
            <a:lvl4pPr>
              <a:defRPr sz="1650" b="0">
                <a:solidFill>
                  <a:srgbClr val="526E7B"/>
                </a:solidFill>
                <a:latin typeface="Arial"/>
                <a:ea typeface="Arial"/>
                <a:cs typeface="Arial"/>
              </a:defRPr>
            </a:lvl4pPr>
            <a:lvl5pPr>
              <a:defRPr sz="1650" b="0">
                <a:solidFill>
                  <a:srgbClr val="526E7B"/>
                </a:solidFill>
                <a:latin typeface="Arial"/>
                <a:ea typeface="Arial"/>
                <a:cs typeface="Arial"/>
              </a:defRPr>
            </a:lvl5pPr>
            <a:lvl6pPr>
              <a:defRPr sz="1650" b="0">
                <a:solidFill>
                  <a:srgbClr val="526E7B"/>
                </a:solidFill>
                <a:latin typeface="Arial"/>
                <a:ea typeface="Arial"/>
                <a:cs typeface="Arial"/>
              </a:defRPr>
            </a:lvl6pPr>
            <a:lvl7pPr>
              <a:defRPr sz="1650" b="0">
                <a:solidFill>
                  <a:srgbClr val="526E7B"/>
                </a:solidFill>
                <a:latin typeface="Arial"/>
                <a:ea typeface="Arial"/>
                <a:cs typeface="Arial"/>
              </a:defRPr>
            </a:lvl7pPr>
            <a:lvl8pPr>
              <a:defRPr sz="1650" b="0">
                <a:solidFill>
                  <a:srgbClr val="526E7B"/>
                </a:solidFill>
                <a:latin typeface="Arial"/>
                <a:ea typeface="Arial"/>
                <a:cs typeface="Arial"/>
              </a:defRPr>
            </a:lvl8pPr>
            <a:lvl9pPr>
              <a:defRPr sz="1650" b="0">
                <a:solidFill>
                  <a:srgbClr val="526E7B"/>
                </a:solidFill>
                <a:latin typeface="Arial"/>
                <a:ea typeface="Arial"/>
                <a:cs typeface="Arial"/>
              </a:defRPr>
            </a:lvl9pPr>
          </a:lstStyle>
          <a:p xmlns:a="http://schemas.openxmlformats.org/drawingml/2006/main">
            <a:pPr>
              <a:defRPr sz="1650" b="0">
                <a:solidFill>
                  <a:srgbClr val="526E7B"/>
                </a:solidFill>
                <a:latin typeface="Arial"/>
                <a:ea typeface="Arial"/>
                <a:cs typeface="Arial"/>
              </a:defRPr>
            </a:pPr>
            <a:r>
              <a:rPr sz="1650" b="0">
                <a:solidFill>
                  <a:srgbClr val="526E7B"/>
                </a:solidFill>
                <a:latin typeface="Arial"/>
                <a:ea typeface="Arial"/>
                <a:cs typeface="Arial"/>
              </a:rPr>
              <a:t>Lista dozwolonych pól i uprawnienia do operacji działają po stronie serwera.</a:t>
            </a:r>
          </a:p>
        </p:txBody>
      </p:sp>
    </p:spTree>
    <p:extLst>
      <p:ext uri="{BB962C8B-B14F-4D97-AF65-F5344CB8AC3E}">
        <p14:creationId xmlns:p14="http://schemas.microsoft.com/office/powerpoint/2010/main" val="2133144346"/>
      </p:ext>
    </p:extLst>
  </p:cSld>
</p:sld>
</file>

<file path=ppt/slides/slide9.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C697C0-344B-48BB-9CC3-9A457EE7F193}"/>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5F8F8"/>
                </a:solidFill>
                <a:latin typeface="Arial"/>
                <a:ea typeface="Arial"/>
                <a:cs typeface="Arial"/>
              </a:defRPr>
            </a:defPPr>
            <a:lvl1pPr>
              <a:defRPr sz="4350" b="1">
                <a:solidFill>
                  <a:srgbClr val="F5F8F8"/>
                </a:solidFill>
                <a:latin typeface="Arial"/>
                <a:ea typeface="Arial"/>
                <a:cs typeface="Arial"/>
              </a:defRPr>
            </a:lvl1pPr>
            <a:lvl2pPr>
              <a:defRPr sz="4350" b="1">
                <a:solidFill>
                  <a:srgbClr val="F5F8F8"/>
                </a:solidFill>
                <a:latin typeface="Arial"/>
                <a:ea typeface="Arial"/>
                <a:cs typeface="Arial"/>
              </a:defRPr>
            </a:lvl2pPr>
            <a:lvl3pPr>
              <a:defRPr sz="4350" b="1">
                <a:solidFill>
                  <a:srgbClr val="F5F8F8"/>
                </a:solidFill>
                <a:latin typeface="Arial"/>
                <a:ea typeface="Arial"/>
                <a:cs typeface="Arial"/>
              </a:defRPr>
            </a:lvl3pPr>
            <a:lvl4pPr>
              <a:defRPr sz="4350" b="1">
                <a:solidFill>
                  <a:srgbClr val="F5F8F8"/>
                </a:solidFill>
                <a:latin typeface="Arial"/>
                <a:ea typeface="Arial"/>
                <a:cs typeface="Arial"/>
              </a:defRPr>
            </a:lvl4pPr>
            <a:lvl5pPr>
              <a:defRPr sz="4350" b="1">
                <a:solidFill>
                  <a:srgbClr val="F5F8F8"/>
                </a:solidFill>
                <a:latin typeface="Arial"/>
                <a:ea typeface="Arial"/>
                <a:cs typeface="Arial"/>
              </a:defRPr>
            </a:lvl5pPr>
            <a:lvl6pPr>
              <a:defRPr sz="4350" b="1">
                <a:solidFill>
                  <a:srgbClr val="F5F8F8"/>
                </a:solidFill>
                <a:latin typeface="Arial"/>
                <a:ea typeface="Arial"/>
                <a:cs typeface="Arial"/>
              </a:defRPr>
            </a:lvl6pPr>
            <a:lvl7pPr>
              <a:defRPr sz="4350" b="1">
                <a:solidFill>
                  <a:srgbClr val="F5F8F8"/>
                </a:solidFill>
                <a:latin typeface="Arial"/>
                <a:ea typeface="Arial"/>
                <a:cs typeface="Arial"/>
              </a:defRPr>
            </a:lvl7pPr>
            <a:lvl8pPr>
              <a:defRPr sz="4350" b="1">
                <a:solidFill>
                  <a:srgbClr val="F5F8F8"/>
                </a:solidFill>
                <a:latin typeface="Arial"/>
                <a:ea typeface="Arial"/>
                <a:cs typeface="Arial"/>
              </a:defRPr>
            </a:lvl8pPr>
            <a:lvl9pPr>
              <a:defRPr sz="4350" b="1">
                <a:solidFill>
                  <a:srgbClr val="F5F8F8"/>
                </a:solidFill>
                <a:latin typeface="Arial"/>
                <a:ea typeface="Arial"/>
                <a:cs typeface="Arial"/>
              </a:defRPr>
            </a:lvl9pPr>
          </a:lstStyle>
          <a:p xmlns:a="http://schemas.openxmlformats.org/drawingml/2006/main">
            <a:pPr>
              <a:defRPr sz="4350" b="1">
                <a:solidFill>
                  <a:srgbClr val="F5F8F8"/>
                </a:solidFill>
                <a:latin typeface="Arial"/>
                <a:ea typeface="Arial"/>
                <a:cs typeface="Arial"/>
              </a:defRPr>
            </a:pPr>
            <a:r>
              <a:rPr sz="4350" b="1">
                <a:solidFill>
                  <a:srgbClr val="F5F8F8"/>
                </a:solidFill>
                <a:latin typeface="Arial"/>
                <a:ea typeface="Arial"/>
                <a:cs typeface="Arial"/>
              </a:rPr>
              <a:t>Limity chronią usługę</a:t>
            </a:r>
          </a:p>
        </p:txBody>
      </p:sp>
      <p:sp>
        <p:nvSpPr>
          <p:cNvPr id="2" name="">
            <a:extLst xmlns:a="http://schemas.openxmlformats.org/drawingml/2006/main">
              <a:ext uri="{FF2B5EF4-FFF2-40B4-BE49-F238E27FC236}">
                <a16:creationId xmlns:a16="http://schemas.microsoft.com/office/drawing/2014/main" id="{38145D39-D5DE-4223-9E0B-2588522C5D05}"/>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F23EB5C-9A46-49FE-A1BC-51D84C3DA462}"/>
              </a:ext>
            </a:extLst>
          </p:cNvPr>
          <p:cNvSpPr>
            <a:spLocks xmlns:a="http://schemas.openxmlformats.org/drawingml/2006/main" noGrp="1"/>
          </p:cNvSpPr>
          <p:nvPr/>
        </p:nvSpPr>
        <p:spPr>
          <a:xfrm xmlns:a="http://schemas.openxmlformats.org/drawingml/2006/main">
            <a:off x="485775" y="2209800"/>
            <a:ext cx="4667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250" b="1">
                <a:solidFill>
                  <a:srgbClr val="59E4CB"/>
                </a:solidFill>
                <a:latin typeface="Arial"/>
                <a:ea typeface="Arial"/>
                <a:cs typeface="Arial"/>
              </a:defRPr>
            </a:defPPr>
            <a:lvl1pPr>
              <a:defRPr sz="11250" b="1">
                <a:solidFill>
                  <a:srgbClr val="59E4CB"/>
                </a:solidFill>
                <a:latin typeface="Arial"/>
                <a:ea typeface="Arial"/>
                <a:cs typeface="Arial"/>
              </a:defRPr>
            </a:lvl1pPr>
            <a:lvl2pPr>
              <a:defRPr sz="11250" b="1">
                <a:solidFill>
                  <a:srgbClr val="59E4CB"/>
                </a:solidFill>
                <a:latin typeface="Arial"/>
                <a:ea typeface="Arial"/>
                <a:cs typeface="Arial"/>
              </a:defRPr>
            </a:lvl2pPr>
            <a:lvl3pPr>
              <a:defRPr sz="11250" b="1">
                <a:solidFill>
                  <a:srgbClr val="59E4CB"/>
                </a:solidFill>
                <a:latin typeface="Arial"/>
                <a:ea typeface="Arial"/>
                <a:cs typeface="Arial"/>
              </a:defRPr>
            </a:lvl3pPr>
            <a:lvl4pPr>
              <a:defRPr sz="11250" b="1">
                <a:solidFill>
                  <a:srgbClr val="59E4CB"/>
                </a:solidFill>
                <a:latin typeface="Arial"/>
                <a:ea typeface="Arial"/>
                <a:cs typeface="Arial"/>
              </a:defRPr>
            </a:lvl4pPr>
            <a:lvl5pPr>
              <a:defRPr sz="11250" b="1">
                <a:solidFill>
                  <a:srgbClr val="59E4CB"/>
                </a:solidFill>
                <a:latin typeface="Arial"/>
                <a:ea typeface="Arial"/>
                <a:cs typeface="Arial"/>
              </a:defRPr>
            </a:lvl5pPr>
            <a:lvl6pPr>
              <a:defRPr sz="11250" b="1">
                <a:solidFill>
                  <a:srgbClr val="59E4CB"/>
                </a:solidFill>
                <a:latin typeface="Arial"/>
                <a:ea typeface="Arial"/>
                <a:cs typeface="Arial"/>
              </a:defRPr>
            </a:lvl6pPr>
            <a:lvl7pPr>
              <a:defRPr sz="11250" b="1">
                <a:solidFill>
                  <a:srgbClr val="59E4CB"/>
                </a:solidFill>
                <a:latin typeface="Arial"/>
                <a:ea typeface="Arial"/>
                <a:cs typeface="Arial"/>
              </a:defRPr>
            </a:lvl7pPr>
            <a:lvl8pPr>
              <a:defRPr sz="11250" b="1">
                <a:solidFill>
                  <a:srgbClr val="59E4CB"/>
                </a:solidFill>
                <a:latin typeface="Arial"/>
                <a:ea typeface="Arial"/>
                <a:cs typeface="Arial"/>
              </a:defRPr>
            </a:lvl8pPr>
            <a:lvl9pPr>
              <a:defRPr sz="11250" b="1">
                <a:solidFill>
                  <a:srgbClr val="59E4CB"/>
                </a:solidFill>
                <a:latin typeface="Arial"/>
                <a:ea typeface="Arial"/>
                <a:cs typeface="Arial"/>
              </a:defRPr>
            </a:lvl9pPr>
          </a:lstStyle>
          <a:p xmlns:a="http://schemas.openxmlformats.org/drawingml/2006/main">
            <a:pPr>
              <a:defRPr sz="11250" b="1">
                <a:solidFill>
                  <a:srgbClr val="59E4CB"/>
                </a:solidFill>
                <a:latin typeface="Arial"/>
                <a:ea typeface="Arial"/>
                <a:cs typeface="Arial"/>
              </a:defRPr>
            </a:pPr>
            <a:r>
              <a:rPr sz="11250" b="1">
                <a:solidFill>
                  <a:srgbClr val="59E4CB"/>
                </a:solidFill>
                <a:latin typeface="Arial"/>
                <a:ea typeface="Arial"/>
                <a:cs typeface="Arial"/>
              </a:rPr>
              <a:t>429</a:t>
            </a:r>
          </a:p>
        </p:txBody>
      </p:sp>
      <p:sp>
        <p:nvSpPr>
          <p:cNvPr id="4" name="">
            <a:extLst xmlns:a="http://schemas.openxmlformats.org/drawingml/2006/main">
              <a:ext uri="{FF2B5EF4-FFF2-40B4-BE49-F238E27FC236}">
                <a16:creationId xmlns:a16="http://schemas.microsoft.com/office/drawing/2014/main" id="{D023D192-25B4-4165-9B12-30FAFA0AB957}"/>
              </a:ext>
            </a:extLst>
          </p:cNvPr>
          <p:cNvSpPr>
            <a:spLocks xmlns:a="http://schemas.openxmlformats.org/drawingml/2006/main" noGrp="1"/>
          </p:cNvSpPr>
          <p:nvPr/>
        </p:nvSpPr>
        <p:spPr>
          <a:xfrm xmlns:a="http://schemas.openxmlformats.org/drawingml/2006/main">
            <a:off x="647700" y="4095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A1BCC5"/>
                </a:solidFill>
                <a:latin typeface="Arial"/>
                <a:ea typeface="Arial"/>
                <a:cs typeface="Arial"/>
              </a:defRPr>
            </a:defPPr>
            <a:lvl1pPr>
              <a:defRPr sz="2250" b="0">
                <a:solidFill>
                  <a:srgbClr val="A1BCC5"/>
                </a:solidFill>
                <a:latin typeface="Arial"/>
                <a:ea typeface="Arial"/>
                <a:cs typeface="Arial"/>
              </a:defRPr>
            </a:lvl1pPr>
            <a:lvl2pPr>
              <a:defRPr sz="2250" b="0">
                <a:solidFill>
                  <a:srgbClr val="A1BCC5"/>
                </a:solidFill>
                <a:latin typeface="Arial"/>
                <a:ea typeface="Arial"/>
                <a:cs typeface="Arial"/>
              </a:defRPr>
            </a:lvl2pPr>
            <a:lvl3pPr>
              <a:defRPr sz="2250" b="0">
                <a:solidFill>
                  <a:srgbClr val="A1BCC5"/>
                </a:solidFill>
                <a:latin typeface="Arial"/>
                <a:ea typeface="Arial"/>
                <a:cs typeface="Arial"/>
              </a:defRPr>
            </a:lvl3pPr>
            <a:lvl4pPr>
              <a:defRPr sz="2250" b="0">
                <a:solidFill>
                  <a:srgbClr val="A1BCC5"/>
                </a:solidFill>
                <a:latin typeface="Arial"/>
                <a:ea typeface="Arial"/>
                <a:cs typeface="Arial"/>
              </a:defRPr>
            </a:lvl4pPr>
            <a:lvl5pPr>
              <a:defRPr sz="2250" b="0">
                <a:solidFill>
                  <a:srgbClr val="A1BCC5"/>
                </a:solidFill>
                <a:latin typeface="Arial"/>
                <a:ea typeface="Arial"/>
                <a:cs typeface="Arial"/>
              </a:defRPr>
            </a:lvl5pPr>
            <a:lvl6pPr>
              <a:defRPr sz="2250" b="0">
                <a:solidFill>
                  <a:srgbClr val="A1BCC5"/>
                </a:solidFill>
                <a:latin typeface="Arial"/>
                <a:ea typeface="Arial"/>
                <a:cs typeface="Arial"/>
              </a:defRPr>
            </a:lvl6pPr>
            <a:lvl7pPr>
              <a:defRPr sz="2250" b="0">
                <a:solidFill>
                  <a:srgbClr val="A1BCC5"/>
                </a:solidFill>
                <a:latin typeface="Arial"/>
                <a:ea typeface="Arial"/>
                <a:cs typeface="Arial"/>
              </a:defRPr>
            </a:lvl7pPr>
            <a:lvl8pPr>
              <a:defRPr sz="2250" b="0">
                <a:solidFill>
                  <a:srgbClr val="A1BCC5"/>
                </a:solidFill>
                <a:latin typeface="Arial"/>
                <a:ea typeface="Arial"/>
                <a:cs typeface="Arial"/>
              </a:defRPr>
            </a:lvl8pPr>
            <a:lvl9pPr>
              <a:defRPr sz="2250" b="0">
                <a:solidFill>
                  <a:srgbClr val="A1BCC5"/>
                </a:solidFill>
                <a:latin typeface="Arial"/>
                <a:ea typeface="Arial"/>
                <a:cs typeface="Arial"/>
              </a:defRPr>
            </a:lvl9pPr>
          </a:lstStyle>
          <a:p xmlns:a="http://schemas.openxmlformats.org/drawingml/2006/main">
            <a:pPr>
              <a:defRPr sz="2250" b="0">
                <a:solidFill>
                  <a:srgbClr val="A1BCC5"/>
                </a:solidFill>
                <a:latin typeface="Arial"/>
                <a:ea typeface="Arial"/>
                <a:cs typeface="Arial"/>
              </a:defRPr>
            </a:pPr>
            <a:r>
              <a:rPr sz="2250" b="0">
                <a:solidFill>
                  <a:srgbClr val="A1BCC5"/>
                </a:solidFill>
                <a:latin typeface="Arial"/>
                <a:ea typeface="Arial"/>
                <a:cs typeface="Arial"/>
              </a:rPr>
              <a:t>Too Many Requests</a:t>
            </a:r>
          </a:p>
        </p:txBody>
      </p:sp>
      <p:sp>
        <p:nvSpPr>
          <p:cNvPr id="5" name="">
            <a:extLst xmlns:a="http://schemas.openxmlformats.org/drawingml/2006/main">
              <a:ext uri="{FF2B5EF4-FFF2-40B4-BE49-F238E27FC236}">
                <a16:creationId xmlns:a16="http://schemas.microsoft.com/office/drawing/2014/main" id="{75F00E7D-3B66-44F7-8D72-4178A5F1E35B}"/>
              </a:ext>
            </a:extLst>
          </p:cNvPr>
          <p:cNvSpPr>
            <a:spLocks xmlns:a="http://schemas.openxmlformats.org/drawingml/2006/main" noGrp="1"/>
          </p:cNvSpPr>
          <p:nvPr/>
        </p:nvSpPr>
        <p:spPr>
          <a:xfrm xmlns:a="http://schemas.openxmlformats.org/drawingml/2006/main">
            <a:off x="5905500" y="2019300"/>
            <a:ext cx="547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59E4CB"/>
                </a:solidFill>
                <a:latin typeface="Arial"/>
                <a:ea typeface="Arial"/>
                <a:cs typeface="Arial"/>
              </a:defRPr>
            </a:defPPr>
            <a:lvl1pPr>
              <a:defRPr sz="2325" b="1">
                <a:solidFill>
                  <a:srgbClr val="59E4CB"/>
                </a:solidFill>
                <a:latin typeface="Arial"/>
                <a:ea typeface="Arial"/>
                <a:cs typeface="Arial"/>
              </a:defRPr>
            </a:lvl1pPr>
            <a:lvl2pPr>
              <a:defRPr sz="2325" b="1">
                <a:solidFill>
                  <a:srgbClr val="59E4CB"/>
                </a:solidFill>
                <a:latin typeface="Arial"/>
                <a:ea typeface="Arial"/>
                <a:cs typeface="Arial"/>
              </a:defRPr>
            </a:lvl2pPr>
            <a:lvl3pPr>
              <a:defRPr sz="2325" b="1">
                <a:solidFill>
                  <a:srgbClr val="59E4CB"/>
                </a:solidFill>
                <a:latin typeface="Arial"/>
                <a:ea typeface="Arial"/>
                <a:cs typeface="Arial"/>
              </a:defRPr>
            </a:lvl3pPr>
            <a:lvl4pPr>
              <a:defRPr sz="2325" b="1">
                <a:solidFill>
                  <a:srgbClr val="59E4CB"/>
                </a:solidFill>
                <a:latin typeface="Arial"/>
                <a:ea typeface="Arial"/>
                <a:cs typeface="Arial"/>
              </a:defRPr>
            </a:lvl4pPr>
            <a:lvl5pPr>
              <a:defRPr sz="2325" b="1">
                <a:solidFill>
                  <a:srgbClr val="59E4CB"/>
                </a:solidFill>
                <a:latin typeface="Arial"/>
                <a:ea typeface="Arial"/>
                <a:cs typeface="Arial"/>
              </a:defRPr>
            </a:lvl5pPr>
            <a:lvl6pPr>
              <a:defRPr sz="2325" b="1">
                <a:solidFill>
                  <a:srgbClr val="59E4CB"/>
                </a:solidFill>
                <a:latin typeface="Arial"/>
                <a:ea typeface="Arial"/>
                <a:cs typeface="Arial"/>
              </a:defRPr>
            </a:lvl6pPr>
            <a:lvl7pPr>
              <a:defRPr sz="2325" b="1">
                <a:solidFill>
                  <a:srgbClr val="59E4CB"/>
                </a:solidFill>
                <a:latin typeface="Arial"/>
                <a:ea typeface="Arial"/>
                <a:cs typeface="Arial"/>
              </a:defRPr>
            </a:lvl7pPr>
            <a:lvl8pPr>
              <a:defRPr sz="2325" b="1">
                <a:solidFill>
                  <a:srgbClr val="59E4CB"/>
                </a:solidFill>
                <a:latin typeface="Arial"/>
                <a:ea typeface="Arial"/>
                <a:cs typeface="Arial"/>
              </a:defRPr>
            </a:lvl8pPr>
            <a:lvl9pPr>
              <a:defRPr sz="2325" b="1">
                <a:solidFill>
                  <a:srgbClr val="59E4CB"/>
                </a:solidFill>
                <a:latin typeface="Arial"/>
                <a:ea typeface="Arial"/>
                <a:cs typeface="Arial"/>
              </a:defRPr>
            </a:lvl9pPr>
          </a:lstStyle>
          <a:p xmlns:a="http://schemas.openxmlformats.org/drawingml/2006/main">
            <a:pPr>
              <a:defRPr sz="2325" b="1">
                <a:solidFill>
                  <a:srgbClr val="59E4CB"/>
                </a:solidFill>
                <a:latin typeface="Arial"/>
                <a:ea typeface="Arial"/>
                <a:cs typeface="Arial"/>
              </a:defRPr>
            </a:pPr>
            <a:r>
              <a:rPr sz="2325" b="1">
                <a:solidFill>
                  <a:srgbClr val="59E4CB"/>
                </a:solidFill>
                <a:latin typeface="Arial"/>
                <a:ea typeface="Arial"/>
                <a:cs typeface="Arial"/>
              </a:rPr>
              <a:t>Częstotliwość</a:t>
            </a:r>
          </a:p>
        </p:txBody>
      </p:sp>
      <p:sp>
        <p:nvSpPr>
          <p:cNvPr id="6" name="">
            <a:extLst xmlns:a="http://schemas.openxmlformats.org/drawingml/2006/main">
              <a:ext uri="{FF2B5EF4-FFF2-40B4-BE49-F238E27FC236}">
                <a16:creationId xmlns:a16="http://schemas.microsoft.com/office/drawing/2014/main" id="{7930D2BC-CFF6-4069-A57B-018A6EDDE03A}"/>
              </a:ext>
            </a:extLst>
          </p:cNvPr>
          <p:cNvSpPr>
            <a:spLocks xmlns:a="http://schemas.openxmlformats.org/drawingml/2006/main" noGrp="1"/>
          </p:cNvSpPr>
          <p:nvPr/>
        </p:nvSpPr>
        <p:spPr>
          <a:xfrm xmlns:a="http://schemas.openxmlformats.org/drawingml/2006/main">
            <a:off x="5905500" y="2505075"/>
            <a:ext cx="5476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5F8F8"/>
                </a:solidFill>
                <a:latin typeface="Arial"/>
                <a:ea typeface="Arial"/>
                <a:cs typeface="Arial"/>
              </a:defRPr>
            </a:defPPr>
            <a:lvl1pPr>
              <a:defRPr sz="2100" b="0">
                <a:solidFill>
                  <a:srgbClr val="F5F8F8"/>
                </a:solidFill>
                <a:latin typeface="Arial"/>
                <a:ea typeface="Arial"/>
                <a:cs typeface="Arial"/>
              </a:defRPr>
            </a:lvl1pPr>
            <a:lvl2pPr>
              <a:defRPr sz="2100" b="0">
                <a:solidFill>
                  <a:srgbClr val="F5F8F8"/>
                </a:solidFill>
                <a:latin typeface="Arial"/>
                <a:ea typeface="Arial"/>
                <a:cs typeface="Arial"/>
              </a:defRPr>
            </a:lvl2pPr>
            <a:lvl3pPr>
              <a:defRPr sz="2100" b="0">
                <a:solidFill>
                  <a:srgbClr val="F5F8F8"/>
                </a:solidFill>
                <a:latin typeface="Arial"/>
                <a:ea typeface="Arial"/>
                <a:cs typeface="Arial"/>
              </a:defRPr>
            </a:lvl3pPr>
            <a:lvl4pPr>
              <a:defRPr sz="2100" b="0">
                <a:solidFill>
                  <a:srgbClr val="F5F8F8"/>
                </a:solidFill>
                <a:latin typeface="Arial"/>
                <a:ea typeface="Arial"/>
                <a:cs typeface="Arial"/>
              </a:defRPr>
            </a:lvl4pPr>
            <a:lvl5pPr>
              <a:defRPr sz="2100" b="0">
                <a:solidFill>
                  <a:srgbClr val="F5F8F8"/>
                </a:solidFill>
                <a:latin typeface="Arial"/>
                <a:ea typeface="Arial"/>
                <a:cs typeface="Arial"/>
              </a:defRPr>
            </a:lvl5pPr>
            <a:lvl6pPr>
              <a:defRPr sz="2100" b="0">
                <a:solidFill>
                  <a:srgbClr val="F5F8F8"/>
                </a:solidFill>
                <a:latin typeface="Arial"/>
                <a:ea typeface="Arial"/>
                <a:cs typeface="Arial"/>
              </a:defRPr>
            </a:lvl6pPr>
            <a:lvl7pPr>
              <a:defRPr sz="2100" b="0">
                <a:solidFill>
                  <a:srgbClr val="F5F8F8"/>
                </a:solidFill>
                <a:latin typeface="Arial"/>
                <a:ea typeface="Arial"/>
                <a:cs typeface="Arial"/>
              </a:defRPr>
            </a:lvl7pPr>
            <a:lvl8pPr>
              <a:defRPr sz="2100" b="0">
                <a:solidFill>
                  <a:srgbClr val="F5F8F8"/>
                </a:solidFill>
                <a:latin typeface="Arial"/>
                <a:ea typeface="Arial"/>
                <a:cs typeface="Arial"/>
              </a:defRPr>
            </a:lvl8pPr>
            <a:lvl9pPr>
              <a:defRPr sz="2100" b="0">
                <a:solidFill>
                  <a:srgbClr val="F5F8F8"/>
                </a:solidFill>
                <a:latin typeface="Arial"/>
                <a:ea typeface="Arial"/>
                <a:cs typeface="Arial"/>
              </a:defRPr>
            </a:lvl9pPr>
          </a:lstStyle>
          <a:p xmlns:a="http://schemas.openxmlformats.org/drawingml/2006/main">
            <a:pPr>
              <a:defRPr sz="2100" b="0">
                <a:solidFill>
                  <a:srgbClr val="F5F8F8"/>
                </a:solidFill>
                <a:latin typeface="Arial"/>
                <a:ea typeface="Arial"/>
                <a:cs typeface="Arial"/>
              </a:defRPr>
            </a:pPr>
            <a:r>
              <a:rPr sz="2100" b="0">
                <a:solidFill>
                  <a:srgbClr val="F5F8F8"/>
                </a:solidFill>
                <a:latin typeface="Arial"/>
                <a:ea typeface="Arial"/>
                <a:cs typeface="Arial"/>
              </a:rPr>
              <a:t>Limit per klient, konto i operacja.</a:t>
            </a:r>
          </a:p>
        </p:txBody>
      </p:sp>
      <p:sp>
        <p:nvSpPr>
          <p:cNvPr id="7" name="">
            <a:extLst xmlns:a="http://schemas.openxmlformats.org/drawingml/2006/main">
              <a:ext uri="{FF2B5EF4-FFF2-40B4-BE49-F238E27FC236}">
                <a16:creationId xmlns:a16="http://schemas.microsoft.com/office/drawing/2014/main" id="{C9F2EFE8-767A-4D33-AFE5-A568A2856129}"/>
              </a:ext>
            </a:extLst>
          </p:cNvPr>
          <p:cNvSpPr>
            <a:spLocks xmlns:a="http://schemas.openxmlformats.org/drawingml/2006/main" noGrp="1"/>
          </p:cNvSpPr>
          <p:nvPr/>
        </p:nvSpPr>
        <p:spPr>
          <a:xfrm xmlns:a="http://schemas.openxmlformats.org/drawingml/2006/main">
            <a:off x="5905500" y="3352800"/>
            <a:ext cx="547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59E4CB"/>
                </a:solidFill>
                <a:latin typeface="Arial"/>
                <a:ea typeface="Arial"/>
                <a:cs typeface="Arial"/>
              </a:defRPr>
            </a:defPPr>
            <a:lvl1pPr>
              <a:defRPr sz="2325" b="1">
                <a:solidFill>
                  <a:srgbClr val="59E4CB"/>
                </a:solidFill>
                <a:latin typeface="Arial"/>
                <a:ea typeface="Arial"/>
                <a:cs typeface="Arial"/>
              </a:defRPr>
            </a:lvl1pPr>
            <a:lvl2pPr>
              <a:defRPr sz="2325" b="1">
                <a:solidFill>
                  <a:srgbClr val="59E4CB"/>
                </a:solidFill>
                <a:latin typeface="Arial"/>
                <a:ea typeface="Arial"/>
                <a:cs typeface="Arial"/>
              </a:defRPr>
            </a:lvl2pPr>
            <a:lvl3pPr>
              <a:defRPr sz="2325" b="1">
                <a:solidFill>
                  <a:srgbClr val="59E4CB"/>
                </a:solidFill>
                <a:latin typeface="Arial"/>
                <a:ea typeface="Arial"/>
                <a:cs typeface="Arial"/>
              </a:defRPr>
            </a:lvl3pPr>
            <a:lvl4pPr>
              <a:defRPr sz="2325" b="1">
                <a:solidFill>
                  <a:srgbClr val="59E4CB"/>
                </a:solidFill>
                <a:latin typeface="Arial"/>
                <a:ea typeface="Arial"/>
                <a:cs typeface="Arial"/>
              </a:defRPr>
            </a:lvl4pPr>
            <a:lvl5pPr>
              <a:defRPr sz="2325" b="1">
                <a:solidFill>
                  <a:srgbClr val="59E4CB"/>
                </a:solidFill>
                <a:latin typeface="Arial"/>
                <a:ea typeface="Arial"/>
                <a:cs typeface="Arial"/>
              </a:defRPr>
            </a:lvl5pPr>
            <a:lvl6pPr>
              <a:defRPr sz="2325" b="1">
                <a:solidFill>
                  <a:srgbClr val="59E4CB"/>
                </a:solidFill>
                <a:latin typeface="Arial"/>
                <a:ea typeface="Arial"/>
                <a:cs typeface="Arial"/>
              </a:defRPr>
            </a:lvl6pPr>
            <a:lvl7pPr>
              <a:defRPr sz="2325" b="1">
                <a:solidFill>
                  <a:srgbClr val="59E4CB"/>
                </a:solidFill>
                <a:latin typeface="Arial"/>
                <a:ea typeface="Arial"/>
                <a:cs typeface="Arial"/>
              </a:defRPr>
            </a:lvl7pPr>
            <a:lvl8pPr>
              <a:defRPr sz="2325" b="1">
                <a:solidFill>
                  <a:srgbClr val="59E4CB"/>
                </a:solidFill>
                <a:latin typeface="Arial"/>
                <a:ea typeface="Arial"/>
                <a:cs typeface="Arial"/>
              </a:defRPr>
            </a:lvl8pPr>
            <a:lvl9pPr>
              <a:defRPr sz="2325" b="1">
                <a:solidFill>
                  <a:srgbClr val="59E4CB"/>
                </a:solidFill>
                <a:latin typeface="Arial"/>
                <a:ea typeface="Arial"/>
                <a:cs typeface="Arial"/>
              </a:defRPr>
            </a:lvl9pPr>
          </a:lstStyle>
          <a:p xmlns:a="http://schemas.openxmlformats.org/drawingml/2006/main">
            <a:pPr>
              <a:defRPr sz="2325" b="1">
                <a:solidFill>
                  <a:srgbClr val="59E4CB"/>
                </a:solidFill>
                <a:latin typeface="Arial"/>
                <a:ea typeface="Arial"/>
                <a:cs typeface="Arial"/>
              </a:defRPr>
            </a:pPr>
            <a:r>
              <a:rPr sz="2325" b="1">
                <a:solidFill>
                  <a:srgbClr val="59E4CB"/>
                </a:solidFill>
                <a:latin typeface="Arial"/>
                <a:ea typeface="Arial"/>
                <a:cs typeface="Arial"/>
              </a:rPr>
              <a:t>Koszt żądania</a:t>
            </a:r>
          </a:p>
        </p:txBody>
      </p:sp>
      <p:sp>
        <p:nvSpPr>
          <p:cNvPr id="8" name="">
            <a:extLst xmlns:a="http://schemas.openxmlformats.org/drawingml/2006/main">
              <a:ext uri="{FF2B5EF4-FFF2-40B4-BE49-F238E27FC236}">
                <a16:creationId xmlns:a16="http://schemas.microsoft.com/office/drawing/2014/main" id="{2BF4CF5E-8480-4A4E-9186-68990D403965}"/>
              </a:ext>
            </a:extLst>
          </p:cNvPr>
          <p:cNvSpPr>
            <a:spLocks xmlns:a="http://schemas.openxmlformats.org/drawingml/2006/main" noGrp="1"/>
          </p:cNvSpPr>
          <p:nvPr/>
        </p:nvSpPr>
        <p:spPr>
          <a:xfrm xmlns:a="http://schemas.openxmlformats.org/drawingml/2006/main">
            <a:off x="5905500" y="3838575"/>
            <a:ext cx="5476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5F8F8"/>
                </a:solidFill>
                <a:latin typeface="Arial"/>
                <a:ea typeface="Arial"/>
                <a:cs typeface="Arial"/>
              </a:defRPr>
            </a:defPPr>
            <a:lvl1pPr>
              <a:defRPr sz="2100" b="0">
                <a:solidFill>
                  <a:srgbClr val="F5F8F8"/>
                </a:solidFill>
                <a:latin typeface="Arial"/>
                <a:ea typeface="Arial"/>
                <a:cs typeface="Arial"/>
              </a:defRPr>
            </a:lvl1pPr>
            <a:lvl2pPr>
              <a:defRPr sz="2100" b="0">
                <a:solidFill>
                  <a:srgbClr val="F5F8F8"/>
                </a:solidFill>
                <a:latin typeface="Arial"/>
                <a:ea typeface="Arial"/>
                <a:cs typeface="Arial"/>
              </a:defRPr>
            </a:lvl2pPr>
            <a:lvl3pPr>
              <a:defRPr sz="2100" b="0">
                <a:solidFill>
                  <a:srgbClr val="F5F8F8"/>
                </a:solidFill>
                <a:latin typeface="Arial"/>
                <a:ea typeface="Arial"/>
                <a:cs typeface="Arial"/>
              </a:defRPr>
            </a:lvl3pPr>
            <a:lvl4pPr>
              <a:defRPr sz="2100" b="0">
                <a:solidFill>
                  <a:srgbClr val="F5F8F8"/>
                </a:solidFill>
                <a:latin typeface="Arial"/>
                <a:ea typeface="Arial"/>
                <a:cs typeface="Arial"/>
              </a:defRPr>
            </a:lvl4pPr>
            <a:lvl5pPr>
              <a:defRPr sz="2100" b="0">
                <a:solidFill>
                  <a:srgbClr val="F5F8F8"/>
                </a:solidFill>
                <a:latin typeface="Arial"/>
                <a:ea typeface="Arial"/>
                <a:cs typeface="Arial"/>
              </a:defRPr>
            </a:lvl5pPr>
            <a:lvl6pPr>
              <a:defRPr sz="2100" b="0">
                <a:solidFill>
                  <a:srgbClr val="F5F8F8"/>
                </a:solidFill>
                <a:latin typeface="Arial"/>
                <a:ea typeface="Arial"/>
                <a:cs typeface="Arial"/>
              </a:defRPr>
            </a:lvl6pPr>
            <a:lvl7pPr>
              <a:defRPr sz="2100" b="0">
                <a:solidFill>
                  <a:srgbClr val="F5F8F8"/>
                </a:solidFill>
                <a:latin typeface="Arial"/>
                <a:ea typeface="Arial"/>
                <a:cs typeface="Arial"/>
              </a:defRPr>
            </a:lvl7pPr>
            <a:lvl8pPr>
              <a:defRPr sz="2100" b="0">
                <a:solidFill>
                  <a:srgbClr val="F5F8F8"/>
                </a:solidFill>
                <a:latin typeface="Arial"/>
                <a:ea typeface="Arial"/>
                <a:cs typeface="Arial"/>
              </a:defRPr>
            </a:lvl8pPr>
            <a:lvl9pPr>
              <a:defRPr sz="2100" b="0">
                <a:solidFill>
                  <a:srgbClr val="F5F8F8"/>
                </a:solidFill>
                <a:latin typeface="Arial"/>
                <a:ea typeface="Arial"/>
                <a:cs typeface="Arial"/>
              </a:defRPr>
            </a:lvl9pPr>
          </a:lstStyle>
          <a:p xmlns:a="http://schemas.openxmlformats.org/drawingml/2006/main">
            <a:pPr>
              <a:defRPr sz="2100" b="0">
                <a:solidFill>
                  <a:srgbClr val="F5F8F8"/>
                </a:solidFill>
                <a:latin typeface="Arial"/>
                <a:ea typeface="Arial"/>
                <a:cs typeface="Arial"/>
              </a:defRPr>
            </a:pPr>
            <a:r>
              <a:rPr sz="2100" b="0">
                <a:solidFill>
                  <a:srgbClr val="F5F8F8"/>
                </a:solidFill>
                <a:latin typeface="Arial"/>
                <a:ea typeface="Arial"/>
                <a:cs typeface="Arial"/>
              </a:rPr>
              <a:t>Czas, rozmiar, liczba rekordów.</a:t>
            </a:r>
          </a:p>
        </p:txBody>
      </p:sp>
      <p:sp>
        <p:nvSpPr>
          <p:cNvPr id="9" name="">
            <a:extLst xmlns:a="http://schemas.openxmlformats.org/drawingml/2006/main">
              <a:ext uri="{FF2B5EF4-FFF2-40B4-BE49-F238E27FC236}">
                <a16:creationId xmlns:a16="http://schemas.microsoft.com/office/drawing/2014/main" id="{AE425492-C8D4-4985-B1D2-EFBD580FF903}"/>
              </a:ext>
            </a:extLst>
          </p:cNvPr>
          <p:cNvSpPr>
            <a:spLocks xmlns:a="http://schemas.openxmlformats.org/drawingml/2006/main" noGrp="1"/>
          </p:cNvSpPr>
          <p:nvPr/>
        </p:nvSpPr>
        <p:spPr>
          <a:xfrm xmlns:a="http://schemas.openxmlformats.org/drawingml/2006/main">
            <a:off x="5905500" y="4686300"/>
            <a:ext cx="547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59E4CB"/>
                </a:solidFill>
                <a:latin typeface="Arial"/>
                <a:ea typeface="Arial"/>
                <a:cs typeface="Arial"/>
              </a:defRPr>
            </a:defPPr>
            <a:lvl1pPr>
              <a:defRPr sz="2325" b="1">
                <a:solidFill>
                  <a:srgbClr val="59E4CB"/>
                </a:solidFill>
                <a:latin typeface="Arial"/>
                <a:ea typeface="Arial"/>
                <a:cs typeface="Arial"/>
              </a:defRPr>
            </a:lvl1pPr>
            <a:lvl2pPr>
              <a:defRPr sz="2325" b="1">
                <a:solidFill>
                  <a:srgbClr val="59E4CB"/>
                </a:solidFill>
                <a:latin typeface="Arial"/>
                <a:ea typeface="Arial"/>
                <a:cs typeface="Arial"/>
              </a:defRPr>
            </a:lvl2pPr>
            <a:lvl3pPr>
              <a:defRPr sz="2325" b="1">
                <a:solidFill>
                  <a:srgbClr val="59E4CB"/>
                </a:solidFill>
                <a:latin typeface="Arial"/>
                <a:ea typeface="Arial"/>
                <a:cs typeface="Arial"/>
              </a:defRPr>
            </a:lvl3pPr>
            <a:lvl4pPr>
              <a:defRPr sz="2325" b="1">
                <a:solidFill>
                  <a:srgbClr val="59E4CB"/>
                </a:solidFill>
                <a:latin typeface="Arial"/>
                <a:ea typeface="Arial"/>
                <a:cs typeface="Arial"/>
              </a:defRPr>
            </a:lvl4pPr>
            <a:lvl5pPr>
              <a:defRPr sz="2325" b="1">
                <a:solidFill>
                  <a:srgbClr val="59E4CB"/>
                </a:solidFill>
                <a:latin typeface="Arial"/>
                <a:ea typeface="Arial"/>
                <a:cs typeface="Arial"/>
              </a:defRPr>
            </a:lvl5pPr>
            <a:lvl6pPr>
              <a:defRPr sz="2325" b="1">
                <a:solidFill>
                  <a:srgbClr val="59E4CB"/>
                </a:solidFill>
                <a:latin typeface="Arial"/>
                <a:ea typeface="Arial"/>
                <a:cs typeface="Arial"/>
              </a:defRPr>
            </a:lvl6pPr>
            <a:lvl7pPr>
              <a:defRPr sz="2325" b="1">
                <a:solidFill>
                  <a:srgbClr val="59E4CB"/>
                </a:solidFill>
                <a:latin typeface="Arial"/>
                <a:ea typeface="Arial"/>
                <a:cs typeface="Arial"/>
              </a:defRPr>
            </a:lvl7pPr>
            <a:lvl8pPr>
              <a:defRPr sz="2325" b="1">
                <a:solidFill>
                  <a:srgbClr val="59E4CB"/>
                </a:solidFill>
                <a:latin typeface="Arial"/>
                <a:ea typeface="Arial"/>
                <a:cs typeface="Arial"/>
              </a:defRPr>
            </a:lvl8pPr>
            <a:lvl9pPr>
              <a:defRPr sz="2325" b="1">
                <a:solidFill>
                  <a:srgbClr val="59E4CB"/>
                </a:solidFill>
                <a:latin typeface="Arial"/>
                <a:ea typeface="Arial"/>
                <a:cs typeface="Arial"/>
              </a:defRPr>
            </a:lvl9pPr>
          </a:lstStyle>
          <a:p xmlns:a="http://schemas.openxmlformats.org/drawingml/2006/main">
            <a:pPr>
              <a:defRPr sz="2325" b="1">
                <a:solidFill>
                  <a:srgbClr val="59E4CB"/>
                </a:solidFill>
                <a:latin typeface="Arial"/>
                <a:ea typeface="Arial"/>
                <a:cs typeface="Arial"/>
              </a:defRPr>
            </a:pPr>
            <a:r>
              <a:rPr sz="2325" b="1">
                <a:solidFill>
                  <a:srgbClr val="59E4CB"/>
                </a:solidFill>
                <a:latin typeface="Arial"/>
                <a:ea typeface="Arial"/>
                <a:cs typeface="Arial"/>
              </a:rPr>
              <a:t>Proces biznesowy</a:t>
            </a:r>
          </a:p>
        </p:txBody>
      </p:sp>
      <p:sp>
        <p:nvSpPr>
          <p:cNvPr id="10" name="">
            <a:extLst xmlns:a="http://schemas.openxmlformats.org/drawingml/2006/main">
              <a:ext uri="{FF2B5EF4-FFF2-40B4-BE49-F238E27FC236}">
                <a16:creationId xmlns:a16="http://schemas.microsoft.com/office/drawing/2014/main" id="{67FF5FAB-0834-4EFE-873D-6686A30F7312}"/>
              </a:ext>
            </a:extLst>
          </p:cNvPr>
          <p:cNvSpPr>
            <a:spLocks xmlns:a="http://schemas.openxmlformats.org/drawingml/2006/main" noGrp="1"/>
          </p:cNvSpPr>
          <p:nvPr/>
        </p:nvSpPr>
        <p:spPr>
          <a:xfrm xmlns:a="http://schemas.openxmlformats.org/drawingml/2006/main">
            <a:off x="5905500" y="5172075"/>
            <a:ext cx="547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F5F8F8"/>
                </a:solidFill>
                <a:latin typeface="Arial"/>
                <a:ea typeface="Arial"/>
                <a:cs typeface="Arial"/>
              </a:defRPr>
            </a:defPPr>
            <a:lvl1pPr>
              <a:defRPr sz="2100" b="0">
                <a:solidFill>
                  <a:srgbClr val="F5F8F8"/>
                </a:solidFill>
                <a:latin typeface="Arial"/>
                <a:ea typeface="Arial"/>
                <a:cs typeface="Arial"/>
              </a:defRPr>
            </a:lvl1pPr>
            <a:lvl2pPr>
              <a:defRPr sz="2100" b="0">
                <a:solidFill>
                  <a:srgbClr val="F5F8F8"/>
                </a:solidFill>
                <a:latin typeface="Arial"/>
                <a:ea typeface="Arial"/>
                <a:cs typeface="Arial"/>
              </a:defRPr>
            </a:lvl2pPr>
            <a:lvl3pPr>
              <a:defRPr sz="2100" b="0">
                <a:solidFill>
                  <a:srgbClr val="F5F8F8"/>
                </a:solidFill>
                <a:latin typeface="Arial"/>
                <a:ea typeface="Arial"/>
                <a:cs typeface="Arial"/>
              </a:defRPr>
            </a:lvl3pPr>
            <a:lvl4pPr>
              <a:defRPr sz="2100" b="0">
                <a:solidFill>
                  <a:srgbClr val="F5F8F8"/>
                </a:solidFill>
                <a:latin typeface="Arial"/>
                <a:ea typeface="Arial"/>
                <a:cs typeface="Arial"/>
              </a:defRPr>
            </a:lvl4pPr>
            <a:lvl5pPr>
              <a:defRPr sz="2100" b="0">
                <a:solidFill>
                  <a:srgbClr val="F5F8F8"/>
                </a:solidFill>
                <a:latin typeface="Arial"/>
                <a:ea typeface="Arial"/>
                <a:cs typeface="Arial"/>
              </a:defRPr>
            </a:lvl5pPr>
            <a:lvl6pPr>
              <a:defRPr sz="2100" b="0">
                <a:solidFill>
                  <a:srgbClr val="F5F8F8"/>
                </a:solidFill>
                <a:latin typeface="Arial"/>
                <a:ea typeface="Arial"/>
                <a:cs typeface="Arial"/>
              </a:defRPr>
            </a:lvl6pPr>
            <a:lvl7pPr>
              <a:defRPr sz="2100" b="0">
                <a:solidFill>
                  <a:srgbClr val="F5F8F8"/>
                </a:solidFill>
                <a:latin typeface="Arial"/>
                <a:ea typeface="Arial"/>
                <a:cs typeface="Arial"/>
              </a:defRPr>
            </a:lvl7pPr>
            <a:lvl8pPr>
              <a:defRPr sz="2100" b="0">
                <a:solidFill>
                  <a:srgbClr val="F5F8F8"/>
                </a:solidFill>
                <a:latin typeface="Arial"/>
                <a:ea typeface="Arial"/>
                <a:cs typeface="Arial"/>
              </a:defRPr>
            </a:lvl8pPr>
            <a:lvl9pPr>
              <a:defRPr sz="2100" b="0">
                <a:solidFill>
                  <a:srgbClr val="F5F8F8"/>
                </a:solidFill>
                <a:latin typeface="Arial"/>
                <a:ea typeface="Arial"/>
                <a:cs typeface="Arial"/>
              </a:defRPr>
            </a:lvl9pPr>
          </a:lstStyle>
          <a:p xmlns:a="http://schemas.openxmlformats.org/drawingml/2006/main">
            <a:pPr>
              <a:defRPr sz="2100" b="0">
                <a:solidFill>
                  <a:srgbClr val="F5F8F8"/>
                </a:solidFill>
                <a:latin typeface="Arial"/>
                <a:ea typeface="Arial"/>
                <a:cs typeface="Arial"/>
              </a:defRPr>
            </a:pPr>
            <a:r>
              <a:rPr sz="2100" b="0">
                <a:solidFill>
                  <a:srgbClr val="F5F8F8"/>
                </a:solidFill>
                <a:latin typeface="Arial"/>
                <a:ea typeface="Arial"/>
                <a:cs typeface="Arial"/>
              </a:rPr>
              <a:t>Ochrona przed masową rezerwacją</a:t>
            </a:r>
          </a:p>
          <a:p xmlns:a="http://schemas.openxmlformats.org/drawingml/2006/main">
            <a:pPr>
              <a:defRPr sz="2100" b="0">
                <a:solidFill>
                  <a:srgbClr val="F5F8F8"/>
                </a:solidFill>
                <a:latin typeface="Arial"/>
                <a:ea typeface="Arial"/>
                <a:cs typeface="Arial"/>
              </a:defRPr>
            </a:pPr>
            <a:r>
              <a:rPr sz="2100" b="0">
                <a:solidFill>
                  <a:srgbClr val="F5F8F8"/>
                </a:solidFill>
                <a:latin typeface="Arial"/>
                <a:ea typeface="Arial"/>
                <a:cs typeface="Arial"/>
              </a:rPr>
              <a:t>i nadużyciem wysyłki SMS.</a:t>
            </a:r>
          </a:p>
        </p:txBody>
      </p:sp>
    </p:spTree>
    <p:extLst>
      <p:ext uri="{BB962C8B-B14F-4D97-AF65-F5344CB8AC3E}">
        <p14:creationId xmlns:p14="http://schemas.microsoft.com/office/powerpoint/2010/main" val="796695671"/>
      </p:ext>
    </p:extLst>
  </p:cSld>
</p:sld>
</file>

<file path=ppt/slides/slide10.xml><?xml version="1.0" encoding="utf-8"?>
<p:sld xmlns:p="http://schemas.openxmlformats.org/presentationml/2006/main">
  <p:cSld>
    <p:bg>
      <p:bgPr>
        <a:solidFill xmlns:a="http://schemas.openxmlformats.org/drawingml/2006/main">
          <a:srgbClr val="F3F6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5B5DF7-2D58-43C4-898E-5F53D539E30E}"/>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102C3B"/>
                </a:solidFill>
                <a:latin typeface="Arial"/>
                <a:ea typeface="Arial"/>
                <a:cs typeface="Arial"/>
              </a:defRPr>
            </a:defPPr>
            <a:lvl1pPr>
              <a:defRPr sz="3900" b="1">
                <a:solidFill>
                  <a:srgbClr val="102C3B"/>
                </a:solidFill>
                <a:latin typeface="Arial"/>
                <a:ea typeface="Arial"/>
                <a:cs typeface="Arial"/>
              </a:defRPr>
            </a:lvl1pPr>
            <a:lvl2pPr>
              <a:defRPr sz="3900" b="1">
                <a:solidFill>
                  <a:srgbClr val="102C3B"/>
                </a:solidFill>
                <a:latin typeface="Arial"/>
                <a:ea typeface="Arial"/>
                <a:cs typeface="Arial"/>
              </a:defRPr>
            </a:lvl2pPr>
            <a:lvl3pPr>
              <a:defRPr sz="3900" b="1">
                <a:solidFill>
                  <a:srgbClr val="102C3B"/>
                </a:solidFill>
                <a:latin typeface="Arial"/>
                <a:ea typeface="Arial"/>
                <a:cs typeface="Arial"/>
              </a:defRPr>
            </a:lvl3pPr>
            <a:lvl4pPr>
              <a:defRPr sz="3900" b="1">
                <a:solidFill>
                  <a:srgbClr val="102C3B"/>
                </a:solidFill>
                <a:latin typeface="Arial"/>
                <a:ea typeface="Arial"/>
                <a:cs typeface="Arial"/>
              </a:defRPr>
            </a:lvl4pPr>
            <a:lvl5pPr>
              <a:defRPr sz="3900" b="1">
                <a:solidFill>
                  <a:srgbClr val="102C3B"/>
                </a:solidFill>
                <a:latin typeface="Arial"/>
                <a:ea typeface="Arial"/>
                <a:cs typeface="Arial"/>
              </a:defRPr>
            </a:lvl5pPr>
            <a:lvl6pPr>
              <a:defRPr sz="3900" b="1">
                <a:solidFill>
                  <a:srgbClr val="102C3B"/>
                </a:solidFill>
                <a:latin typeface="Arial"/>
                <a:ea typeface="Arial"/>
                <a:cs typeface="Arial"/>
              </a:defRPr>
            </a:lvl6pPr>
            <a:lvl7pPr>
              <a:defRPr sz="3900" b="1">
                <a:solidFill>
                  <a:srgbClr val="102C3B"/>
                </a:solidFill>
                <a:latin typeface="Arial"/>
                <a:ea typeface="Arial"/>
                <a:cs typeface="Arial"/>
              </a:defRPr>
            </a:lvl7pPr>
            <a:lvl8pPr>
              <a:defRPr sz="3900" b="1">
                <a:solidFill>
                  <a:srgbClr val="102C3B"/>
                </a:solidFill>
                <a:latin typeface="Arial"/>
                <a:ea typeface="Arial"/>
                <a:cs typeface="Arial"/>
              </a:defRPr>
            </a:lvl8pPr>
            <a:lvl9pPr>
              <a:defRPr sz="3900" b="1">
                <a:solidFill>
                  <a:srgbClr val="102C3B"/>
                </a:solidFill>
                <a:latin typeface="Arial"/>
                <a:ea typeface="Arial"/>
                <a:cs typeface="Arial"/>
              </a:defRPr>
            </a:lvl9pPr>
          </a:lstStyle>
          <a:p xmlns:a="http://schemas.openxmlformats.org/drawingml/2006/main">
            <a:pPr>
              <a:defRPr sz="3900" b="1">
                <a:solidFill>
                  <a:srgbClr val="102C3B"/>
                </a:solidFill>
                <a:latin typeface="Arial"/>
                <a:ea typeface="Arial"/>
                <a:cs typeface="Arial"/>
              </a:defRPr>
            </a:pPr>
            <a:r>
              <a:rPr sz="3900" b="1">
                <a:solidFill>
                  <a:srgbClr val="102C3B"/>
                </a:solidFill>
                <a:latin typeface="Arial"/>
                <a:ea typeface="Arial"/>
                <a:cs typeface="Arial"/>
              </a:rPr>
              <a:t>Kontrola danych z zewnątrz</a:t>
            </a:r>
          </a:p>
        </p:txBody>
      </p:sp>
      <p:sp>
        <p:nvSpPr>
          <p:cNvPr id="2" name="">
            <a:extLst xmlns:a="http://schemas.openxmlformats.org/drawingml/2006/main">
              <a:ext uri="{FF2B5EF4-FFF2-40B4-BE49-F238E27FC236}">
                <a16:creationId xmlns:a16="http://schemas.microsoft.com/office/drawing/2014/main" id="{6DDE9D06-8B6E-4739-9FC3-2268D6C78D1C}"/>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E7B"/>
                </a:solidFill>
                <a:latin typeface="Arial"/>
                <a:ea typeface="Arial"/>
                <a:cs typeface="Arial"/>
              </a:defRPr>
            </a:defPPr>
            <a:lvl1pPr>
              <a:defRPr sz="1350" b="0">
                <a:solidFill>
                  <a:srgbClr val="526E7B"/>
                </a:solidFill>
                <a:latin typeface="Arial"/>
                <a:ea typeface="Arial"/>
                <a:cs typeface="Arial"/>
              </a:defRPr>
            </a:lvl1pPr>
            <a:lvl2pPr>
              <a:defRPr sz="1350" b="0">
                <a:solidFill>
                  <a:srgbClr val="526E7B"/>
                </a:solidFill>
                <a:latin typeface="Arial"/>
                <a:ea typeface="Arial"/>
                <a:cs typeface="Arial"/>
              </a:defRPr>
            </a:lvl2pPr>
            <a:lvl3pPr>
              <a:defRPr sz="1350" b="0">
                <a:solidFill>
                  <a:srgbClr val="526E7B"/>
                </a:solidFill>
                <a:latin typeface="Arial"/>
                <a:ea typeface="Arial"/>
                <a:cs typeface="Arial"/>
              </a:defRPr>
            </a:lvl3pPr>
            <a:lvl4pPr>
              <a:defRPr sz="1350" b="0">
                <a:solidFill>
                  <a:srgbClr val="526E7B"/>
                </a:solidFill>
                <a:latin typeface="Arial"/>
                <a:ea typeface="Arial"/>
                <a:cs typeface="Arial"/>
              </a:defRPr>
            </a:lvl4pPr>
            <a:lvl5pPr>
              <a:defRPr sz="1350" b="0">
                <a:solidFill>
                  <a:srgbClr val="526E7B"/>
                </a:solidFill>
                <a:latin typeface="Arial"/>
                <a:ea typeface="Arial"/>
                <a:cs typeface="Arial"/>
              </a:defRPr>
            </a:lvl5pPr>
            <a:lvl6pPr>
              <a:defRPr sz="1350" b="0">
                <a:solidFill>
                  <a:srgbClr val="526E7B"/>
                </a:solidFill>
                <a:latin typeface="Arial"/>
                <a:ea typeface="Arial"/>
                <a:cs typeface="Arial"/>
              </a:defRPr>
            </a:lvl6pPr>
            <a:lvl7pPr>
              <a:defRPr sz="1350" b="0">
                <a:solidFill>
                  <a:srgbClr val="526E7B"/>
                </a:solidFill>
                <a:latin typeface="Arial"/>
                <a:ea typeface="Arial"/>
                <a:cs typeface="Arial"/>
              </a:defRPr>
            </a:lvl7pPr>
            <a:lvl8pPr>
              <a:defRPr sz="1350" b="0">
                <a:solidFill>
                  <a:srgbClr val="526E7B"/>
                </a:solidFill>
                <a:latin typeface="Arial"/>
                <a:ea typeface="Arial"/>
                <a:cs typeface="Arial"/>
              </a:defRPr>
            </a:lvl8pPr>
            <a:lvl9pPr>
              <a:defRPr sz="1350" b="0">
                <a:solidFill>
                  <a:srgbClr val="526E7B"/>
                </a:solidFill>
                <a:latin typeface="Arial"/>
                <a:ea typeface="Arial"/>
                <a:cs typeface="Arial"/>
              </a:defRPr>
            </a:lvl9pPr>
          </a:lstStyle>
          <a:p xmlns:a="http://schemas.openxmlformats.org/drawingml/2006/main">
            <a:pPr>
              <a:defRPr sz="1350" b="0">
                <a:solidFill>
                  <a:srgbClr val="526E7B"/>
                </a:solidFill>
                <a:latin typeface="Arial"/>
                <a:ea typeface="Arial"/>
                <a:cs typeface="Arial"/>
              </a:defRPr>
            </a:pPr>
            <a:r>
              <a:rPr sz="1350" b="0">
                <a:solidFill>
                  <a:srgbClr val="526E7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53C9BC0-5DAD-45AD-BB5E-AD96C20C485C}"/>
              </a:ext>
            </a:extLst>
          </p:cNvPr>
          <p:cNvSpPr>
            <a:spLocks xmlns:a="http://schemas.openxmlformats.org/drawingml/2006/main" noGrp="1"/>
          </p:cNvSpPr>
          <p:nvPr/>
        </p:nvSpPr>
        <p:spPr>
          <a:xfrm xmlns:a="http://schemas.openxmlformats.org/drawingml/2006/main">
            <a:off x="628650" y="207645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C79"/>
                </a:solidFill>
                <a:latin typeface="Arial"/>
                <a:ea typeface="Arial"/>
                <a:cs typeface="Arial"/>
              </a:defRPr>
            </a:defPPr>
            <a:lvl1pPr>
              <a:defRPr sz="2175" b="1">
                <a:solidFill>
                  <a:srgbClr val="007C79"/>
                </a:solidFill>
                <a:latin typeface="Arial"/>
                <a:ea typeface="Arial"/>
                <a:cs typeface="Arial"/>
              </a:defRPr>
            </a:lvl1pPr>
            <a:lvl2pPr>
              <a:defRPr sz="2175" b="1">
                <a:solidFill>
                  <a:srgbClr val="007C79"/>
                </a:solidFill>
                <a:latin typeface="Arial"/>
                <a:ea typeface="Arial"/>
                <a:cs typeface="Arial"/>
              </a:defRPr>
            </a:lvl2pPr>
            <a:lvl3pPr>
              <a:defRPr sz="2175" b="1">
                <a:solidFill>
                  <a:srgbClr val="007C79"/>
                </a:solidFill>
                <a:latin typeface="Arial"/>
                <a:ea typeface="Arial"/>
                <a:cs typeface="Arial"/>
              </a:defRPr>
            </a:lvl3pPr>
            <a:lvl4pPr>
              <a:defRPr sz="2175" b="1">
                <a:solidFill>
                  <a:srgbClr val="007C79"/>
                </a:solidFill>
                <a:latin typeface="Arial"/>
                <a:ea typeface="Arial"/>
                <a:cs typeface="Arial"/>
              </a:defRPr>
            </a:lvl4pPr>
            <a:lvl5pPr>
              <a:defRPr sz="2175" b="1">
                <a:solidFill>
                  <a:srgbClr val="007C79"/>
                </a:solidFill>
                <a:latin typeface="Arial"/>
                <a:ea typeface="Arial"/>
                <a:cs typeface="Arial"/>
              </a:defRPr>
            </a:lvl5pPr>
            <a:lvl6pPr>
              <a:defRPr sz="2175" b="1">
                <a:solidFill>
                  <a:srgbClr val="007C79"/>
                </a:solidFill>
                <a:latin typeface="Arial"/>
                <a:ea typeface="Arial"/>
                <a:cs typeface="Arial"/>
              </a:defRPr>
            </a:lvl6pPr>
            <a:lvl7pPr>
              <a:defRPr sz="2175" b="1">
                <a:solidFill>
                  <a:srgbClr val="007C79"/>
                </a:solidFill>
                <a:latin typeface="Arial"/>
                <a:ea typeface="Arial"/>
                <a:cs typeface="Arial"/>
              </a:defRPr>
            </a:lvl7pPr>
            <a:lvl8pPr>
              <a:defRPr sz="2175" b="1">
                <a:solidFill>
                  <a:srgbClr val="007C79"/>
                </a:solidFill>
                <a:latin typeface="Arial"/>
                <a:ea typeface="Arial"/>
                <a:cs typeface="Arial"/>
              </a:defRPr>
            </a:lvl8pPr>
            <a:lvl9pPr>
              <a:defRPr sz="2175" b="1">
                <a:solidFill>
                  <a:srgbClr val="007C79"/>
                </a:solidFill>
                <a:latin typeface="Arial"/>
                <a:ea typeface="Arial"/>
                <a:cs typeface="Arial"/>
              </a:defRPr>
            </a:lvl9pPr>
          </a:lstStyle>
          <a:p xmlns:a="http://schemas.openxmlformats.org/drawingml/2006/main">
            <a:pPr>
              <a:defRPr sz="2175" b="1">
                <a:solidFill>
                  <a:srgbClr val="007C79"/>
                </a:solidFill>
                <a:latin typeface="Arial"/>
                <a:ea typeface="Arial"/>
                <a:cs typeface="Arial"/>
              </a:defRPr>
            </a:pPr>
            <a:r>
              <a:rPr sz="2175" b="1">
                <a:solidFill>
                  <a:srgbClr val="007C79"/>
                </a:solidFill>
                <a:latin typeface="Arial"/>
                <a:ea typeface="Arial"/>
                <a:cs typeface="Arial"/>
              </a:rPr>
              <a:t>Iniekcje</a:t>
            </a:r>
          </a:p>
        </p:txBody>
      </p:sp>
      <p:sp>
        <p:nvSpPr>
          <p:cNvPr id="4" name="">
            <a:extLst xmlns:a="http://schemas.openxmlformats.org/drawingml/2006/main">
              <a:ext uri="{FF2B5EF4-FFF2-40B4-BE49-F238E27FC236}">
                <a16:creationId xmlns:a16="http://schemas.microsoft.com/office/drawing/2014/main" id="{1A919A89-0A85-403B-943F-5E8C890DB632}"/>
              </a:ext>
            </a:extLst>
          </p:cNvPr>
          <p:cNvSpPr>
            <a:spLocks xmlns:a="http://schemas.openxmlformats.org/drawingml/2006/main" noGrp="1"/>
          </p:cNvSpPr>
          <p:nvPr/>
        </p:nvSpPr>
        <p:spPr>
          <a:xfrm xmlns:a="http://schemas.openxmlformats.org/drawingml/2006/main">
            <a:off x="3771900" y="207645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Typ i rozmiar danych.</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Zapytania parametryzowane.</a:t>
            </a:r>
          </a:p>
        </p:txBody>
      </p:sp>
      <p:sp>
        <p:nvSpPr>
          <p:cNvPr id="5" name="">
            <a:extLst xmlns:a="http://schemas.openxmlformats.org/drawingml/2006/main">
              <a:ext uri="{FF2B5EF4-FFF2-40B4-BE49-F238E27FC236}">
                <a16:creationId xmlns:a16="http://schemas.microsoft.com/office/drawing/2014/main" id="{DD1758F2-F96A-4EAD-966B-05AFB6ED242C}"/>
              </a:ext>
            </a:extLst>
          </p:cNvPr>
          <p:cNvSpPr>
            <a:spLocks xmlns:a="http://schemas.openxmlformats.org/drawingml/2006/main" noGrp="1"/>
          </p:cNvSpPr>
          <p:nvPr/>
        </p:nvSpPr>
        <p:spPr>
          <a:xfrm xmlns:a="http://schemas.openxmlformats.org/drawingml/2006/main">
            <a:off x="628650" y="338137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C79"/>
                </a:solidFill>
                <a:latin typeface="Arial"/>
                <a:ea typeface="Arial"/>
                <a:cs typeface="Arial"/>
              </a:defRPr>
            </a:defPPr>
            <a:lvl1pPr>
              <a:defRPr sz="2175" b="1">
                <a:solidFill>
                  <a:srgbClr val="007C79"/>
                </a:solidFill>
                <a:latin typeface="Arial"/>
                <a:ea typeface="Arial"/>
                <a:cs typeface="Arial"/>
              </a:defRPr>
            </a:lvl1pPr>
            <a:lvl2pPr>
              <a:defRPr sz="2175" b="1">
                <a:solidFill>
                  <a:srgbClr val="007C79"/>
                </a:solidFill>
                <a:latin typeface="Arial"/>
                <a:ea typeface="Arial"/>
                <a:cs typeface="Arial"/>
              </a:defRPr>
            </a:lvl2pPr>
            <a:lvl3pPr>
              <a:defRPr sz="2175" b="1">
                <a:solidFill>
                  <a:srgbClr val="007C79"/>
                </a:solidFill>
                <a:latin typeface="Arial"/>
                <a:ea typeface="Arial"/>
                <a:cs typeface="Arial"/>
              </a:defRPr>
            </a:lvl3pPr>
            <a:lvl4pPr>
              <a:defRPr sz="2175" b="1">
                <a:solidFill>
                  <a:srgbClr val="007C79"/>
                </a:solidFill>
                <a:latin typeface="Arial"/>
                <a:ea typeface="Arial"/>
                <a:cs typeface="Arial"/>
              </a:defRPr>
            </a:lvl4pPr>
            <a:lvl5pPr>
              <a:defRPr sz="2175" b="1">
                <a:solidFill>
                  <a:srgbClr val="007C79"/>
                </a:solidFill>
                <a:latin typeface="Arial"/>
                <a:ea typeface="Arial"/>
                <a:cs typeface="Arial"/>
              </a:defRPr>
            </a:lvl5pPr>
            <a:lvl6pPr>
              <a:defRPr sz="2175" b="1">
                <a:solidFill>
                  <a:srgbClr val="007C79"/>
                </a:solidFill>
                <a:latin typeface="Arial"/>
                <a:ea typeface="Arial"/>
                <a:cs typeface="Arial"/>
              </a:defRPr>
            </a:lvl6pPr>
            <a:lvl7pPr>
              <a:defRPr sz="2175" b="1">
                <a:solidFill>
                  <a:srgbClr val="007C79"/>
                </a:solidFill>
                <a:latin typeface="Arial"/>
                <a:ea typeface="Arial"/>
                <a:cs typeface="Arial"/>
              </a:defRPr>
            </a:lvl7pPr>
            <a:lvl8pPr>
              <a:defRPr sz="2175" b="1">
                <a:solidFill>
                  <a:srgbClr val="007C79"/>
                </a:solidFill>
                <a:latin typeface="Arial"/>
                <a:ea typeface="Arial"/>
                <a:cs typeface="Arial"/>
              </a:defRPr>
            </a:lvl8pPr>
            <a:lvl9pPr>
              <a:defRPr sz="2175" b="1">
                <a:solidFill>
                  <a:srgbClr val="007C79"/>
                </a:solidFill>
                <a:latin typeface="Arial"/>
                <a:ea typeface="Arial"/>
                <a:cs typeface="Arial"/>
              </a:defRPr>
            </a:lvl9pPr>
          </a:lstStyle>
          <a:p xmlns:a="http://schemas.openxmlformats.org/drawingml/2006/main">
            <a:pPr>
              <a:defRPr sz="2175" b="1">
                <a:solidFill>
                  <a:srgbClr val="007C79"/>
                </a:solidFill>
                <a:latin typeface="Arial"/>
                <a:ea typeface="Arial"/>
                <a:cs typeface="Arial"/>
              </a:defRPr>
            </a:pPr>
            <a:r>
              <a:rPr sz="2175" b="1">
                <a:solidFill>
                  <a:srgbClr val="007C79"/>
                </a:solidFill>
                <a:latin typeface="Arial"/>
                <a:ea typeface="Arial"/>
                <a:cs typeface="Arial"/>
              </a:rPr>
              <a:t>SSRF</a:t>
            </a:r>
          </a:p>
        </p:txBody>
      </p:sp>
      <p:sp>
        <p:nvSpPr>
          <p:cNvPr id="6" name="">
            <a:extLst xmlns:a="http://schemas.openxmlformats.org/drawingml/2006/main">
              <a:ext uri="{FF2B5EF4-FFF2-40B4-BE49-F238E27FC236}">
                <a16:creationId xmlns:a16="http://schemas.microsoft.com/office/drawing/2014/main" id="{58869376-0086-4EB5-89FC-E2A33CF80166}"/>
              </a:ext>
            </a:extLst>
          </p:cNvPr>
          <p:cNvSpPr>
            <a:spLocks xmlns:a="http://schemas.openxmlformats.org/drawingml/2006/main" noGrp="1"/>
          </p:cNvSpPr>
          <p:nvPr/>
        </p:nvSpPr>
        <p:spPr>
          <a:xfrm xmlns:a="http://schemas.openxmlformats.org/drawingml/2006/main">
            <a:off x="3771900" y="3381375"/>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Dozwolone cele połączeń</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i ograniczony ruch wychodzący.</a:t>
            </a:r>
          </a:p>
        </p:txBody>
      </p:sp>
      <p:sp>
        <p:nvSpPr>
          <p:cNvPr id="7" name="">
            <a:extLst xmlns:a="http://schemas.openxmlformats.org/drawingml/2006/main">
              <a:ext uri="{FF2B5EF4-FFF2-40B4-BE49-F238E27FC236}">
                <a16:creationId xmlns:a16="http://schemas.microsoft.com/office/drawing/2014/main" id="{A0EBA479-7CBC-4AD1-8581-D6B27466D950}"/>
              </a:ext>
            </a:extLst>
          </p:cNvPr>
          <p:cNvSpPr>
            <a:spLocks xmlns:a="http://schemas.openxmlformats.org/drawingml/2006/main" noGrp="1"/>
          </p:cNvSpPr>
          <p:nvPr/>
        </p:nvSpPr>
        <p:spPr>
          <a:xfrm xmlns:a="http://schemas.openxmlformats.org/drawingml/2006/main">
            <a:off x="628650" y="46863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C79"/>
                </a:solidFill>
                <a:latin typeface="Arial"/>
                <a:ea typeface="Arial"/>
                <a:cs typeface="Arial"/>
              </a:defRPr>
            </a:defPPr>
            <a:lvl1pPr>
              <a:defRPr sz="2175" b="1">
                <a:solidFill>
                  <a:srgbClr val="007C79"/>
                </a:solidFill>
                <a:latin typeface="Arial"/>
                <a:ea typeface="Arial"/>
                <a:cs typeface="Arial"/>
              </a:defRPr>
            </a:lvl1pPr>
            <a:lvl2pPr>
              <a:defRPr sz="2175" b="1">
                <a:solidFill>
                  <a:srgbClr val="007C79"/>
                </a:solidFill>
                <a:latin typeface="Arial"/>
                <a:ea typeface="Arial"/>
                <a:cs typeface="Arial"/>
              </a:defRPr>
            </a:lvl2pPr>
            <a:lvl3pPr>
              <a:defRPr sz="2175" b="1">
                <a:solidFill>
                  <a:srgbClr val="007C79"/>
                </a:solidFill>
                <a:latin typeface="Arial"/>
                <a:ea typeface="Arial"/>
                <a:cs typeface="Arial"/>
              </a:defRPr>
            </a:lvl3pPr>
            <a:lvl4pPr>
              <a:defRPr sz="2175" b="1">
                <a:solidFill>
                  <a:srgbClr val="007C79"/>
                </a:solidFill>
                <a:latin typeface="Arial"/>
                <a:ea typeface="Arial"/>
                <a:cs typeface="Arial"/>
              </a:defRPr>
            </a:lvl4pPr>
            <a:lvl5pPr>
              <a:defRPr sz="2175" b="1">
                <a:solidFill>
                  <a:srgbClr val="007C79"/>
                </a:solidFill>
                <a:latin typeface="Arial"/>
                <a:ea typeface="Arial"/>
                <a:cs typeface="Arial"/>
              </a:defRPr>
            </a:lvl5pPr>
            <a:lvl6pPr>
              <a:defRPr sz="2175" b="1">
                <a:solidFill>
                  <a:srgbClr val="007C79"/>
                </a:solidFill>
                <a:latin typeface="Arial"/>
                <a:ea typeface="Arial"/>
                <a:cs typeface="Arial"/>
              </a:defRPr>
            </a:lvl6pPr>
            <a:lvl7pPr>
              <a:defRPr sz="2175" b="1">
                <a:solidFill>
                  <a:srgbClr val="007C79"/>
                </a:solidFill>
                <a:latin typeface="Arial"/>
                <a:ea typeface="Arial"/>
                <a:cs typeface="Arial"/>
              </a:defRPr>
            </a:lvl7pPr>
            <a:lvl8pPr>
              <a:defRPr sz="2175" b="1">
                <a:solidFill>
                  <a:srgbClr val="007C79"/>
                </a:solidFill>
                <a:latin typeface="Arial"/>
                <a:ea typeface="Arial"/>
                <a:cs typeface="Arial"/>
              </a:defRPr>
            </a:lvl8pPr>
            <a:lvl9pPr>
              <a:defRPr sz="2175" b="1">
                <a:solidFill>
                  <a:srgbClr val="007C79"/>
                </a:solidFill>
                <a:latin typeface="Arial"/>
                <a:ea typeface="Arial"/>
                <a:cs typeface="Arial"/>
              </a:defRPr>
            </a:lvl9pPr>
          </a:lstStyle>
          <a:p xmlns:a="http://schemas.openxmlformats.org/drawingml/2006/main">
            <a:pPr>
              <a:defRPr sz="2175" b="1">
                <a:solidFill>
                  <a:srgbClr val="007C79"/>
                </a:solidFill>
                <a:latin typeface="Arial"/>
                <a:ea typeface="Arial"/>
                <a:cs typeface="Arial"/>
              </a:defRPr>
            </a:pPr>
            <a:r>
              <a:rPr sz="2175" b="1">
                <a:solidFill>
                  <a:srgbClr val="007C79"/>
                </a:solidFill>
                <a:latin typeface="Arial"/>
                <a:ea typeface="Arial"/>
                <a:cs typeface="Arial"/>
              </a:rPr>
              <a:t>Zewnętrzne API</a:t>
            </a:r>
          </a:p>
        </p:txBody>
      </p:sp>
      <p:sp>
        <p:nvSpPr>
          <p:cNvPr id="8" name="">
            <a:extLst xmlns:a="http://schemas.openxmlformats.org/drawingml/2006/main">
              <a:ext uri="{FF2B5EF4-FFF2-40B4-BE49-F238E27FC236}">
                <a16:creationId xmlns:a16="http://schemas.microsoft.com/office/drawing/2014/main" id="{C7F3BA41-DE50-4490-AC09-03B37B17348B}"/>
              </a:ext>
            </a:extLst>
          </p:cNvPr>
          <p:cNvSpPr>
            <a:spLocks xmlns:a="http://schemas.openxmlformats.org/drawingml/2006/main" noGrp="1"/>
          </p:cNvSpPr>
          <p:nvPr/>
        </p:nvSpPr>
        <p:spPr>
          <a:xfrm xmlns:a="http://schemas.openxmlformats.org/drawingml/2006/main">
            <a:off x="3771900" y="468630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Schemat odpowiedzi,</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limit czasu i rozmiaru.</a:t>
            </a:r>
          </a:p>
        </p:txBody>
      </p:sp>
      <p:sp>
        <p:nvSpPr>
          <p:cNvPr id="9" name="">
            <a:extLst xmlns:a="http://schemas.openxmlformats.org/drawingml/2006/main">
              <a:ext uri="{FF2B5EF4-FFF2-40B4-BE49-F238E27FC236}">
                <a16:creationId xmlns:a16="http://schemas.microsoft.com/office/drawing/2014/main" id="{3B028EF9-A881-4D76-969C-83CACB4C9F87}"/>
              </a:ext>
            </a:extLst>
          </p:cNvPr>
          <p:cNvSpPr>
            <a:spLocks xmlns:a="http://schemas.openxmlformats.org/drawingml/2006/main" noGrp="1"/>
          </p:cNvSpPr>
          <p:nvPr/>
        </p:nvSpPr>
        <p:spPr>
          <a:xfrm xmlns:a="http://schemas.openxmlformats.org/drawingml/2006/main">
            <a:off x="628650" y="6143625"/>
            <a:ext cx="1062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0">
                <a:solidFill>
                  <a:srgbClr val="526E7B"/>
                </a:solidFill>
                <a:latin typeface="Arial"/>
                <a:ea typeface="Arial"/>
                <a:cs typeface="Arial"/>
              </a:defRPr>
            </a:defPPr>
            <a:lvl1pPr>
              <a:defRPr sz="1425" b="0">
                <a:solidFill>
                  <a:srgbClr val="526E7B"/>
                </a:solidFill>
                <a:latin typeface="Arial"/>
                <a:ea typeface="Arial"/>
                <a:cs typeface="Arial"/>
              </a:defRPr>
            </a:lvl1pPr>
            <a:lvl2pPr>
              <a:defRPr sz="1425" b="0">
                <a:solidFill>
                  <a:srgbClr val="526E7B"/>
                </a:solidFill>
                <a:latin typeface="Arial"/>
                <a:ea typeface="Arial"/>
                <a:cs typeface="Arial"/>
              </a:defRPr>
            </a:lvl2pPr>
            <a:lvl3pPr>
              <a:defRPr sz="1425" b="0">
                <a:solidFill>
                  <a:srgbClr val="526E7B"/>
                </a:solidFill>
                <a:latin typeface="Arial"/>
                <a:ea typeface="Arial"/>
                <a:cs typeface="Arial"/>
              </a:defRPr>
            </a:lvl3pPr>
            <a:lvl4pPr>
              <a:defRPr sz="1425" b="0">
                <a:solidFill>
                  <a:srgbClr val="526E7B"/>
                </a:solidFill>
                <a:latin typeface="Arial"/>
                <a:ea typeface="Arial"/>
                <a:cs typeface="Arial"/>
              </a:defRPr>
            </a:lvl4pPr>
            <a:lvl5pPr>
              <a:defRPr sz="1425" b="0">
                <a:solidFill>
                  <a:srgbClr val="526E7B"/>
                </a:solidFill>
                <a:latin typeface="Arial"/>
                <a:ea typeface="Arial"/>
                <a:cs typeface="Arial"/>
              </a:defRPr>
            </a:lvl5pPr>
            <a:lvl6pPr>
              <a:defRPr sz="1425" b="0">
                <a:solidFill>
                  <a:srgbClr val="526E7B"/>
                </a:solidFill>
                <a:latin typeface="Arial"/>
                <a:ea typeface="Arial"/>
                <a:cs typeface="Arial"/>
              </a:defRPr>
            </a:lvl6pPr>
            <a:lvl7pPr>
              <a:defRPr sz="1425" b="0">
                <a:solidFill>
                  <a:srgbClr val="526E7B"/>
                </a:solidFill>
                <a:latin typeface="Arial"/>
                <a:ea typeface="Arial"/>
                <a:cs typeface="Arial"/>
              </a:defRPr>
            </a:lvl7pPr>
            <a:lvl8pPr>
              <a:defRPr sz="1425" b="0">
                <a:solidFill>
                  <a:srgbClr val="526E7B"/>
                </a:solidFill>
                <a:latin typeface="Arial"/>
                <a:ea typeface="Arial"/>
                <a:cs typeface="Arial"/>
              </a:defRPr>
            </a:lvl8pPr>
            <a:lvl9pPr>
              <a:defRPr sz="1425" b="0">
                <a:solidFill>
                  <a:srgbClr val="526E7B"/>
                </a:solidFill>
                <a:latin typeface="Arial"/>
                <a:ea typeface="Arial"/>
                <a:cs typeface="Arial"/>
              </a:defRPr>
            </a:lvl9pPr>
          </a:lstStyle>
          <a:p xmlns:a="http://schemas.openxmlformats.org/drawingml/2006/main">
            <a:pPr>
              <a:defRPr sz="1425" b="0">
                <a:solidFill>
                  <a:srgbClr val="526E7B"/>
                </a:solidFill>
                <a:latin typeface="Arial"/>
                <a:ea typeface="Arial"/>
                <a:cs typeface="Arial"/>
              </a:defRPr>
            </a:pPr>
            <a:r>
              <a:rPr sz="1425" b="0">
                <a:solidFill>
                  <a:srgbClr val="526E7B"/>
                </a:solidFill>
                <a:latin typeface="Arial"/>
                <a:ea typeface="Arial"/>
                <a:cs typeface="Arial"/>
              </a:rPr>
              <a:t>SSRF: serwer wysyła żądanie pod adres wskazany przez atakującego.</a:t>
            </a:r>
          </a:p>
        </p:txBody>
      </p:sp>
    </p:spTree>
    <p:extLst>
      <p:ext uri="{BB962C8B-B14F-4D97-AF65-F5344CB8AC3E}">
        <p14:creationId xmlns:p14="http://schemas.microsoft.com/office/powerpoint/2010/main" val="223901113"/>
      </p:ext>
    </p:extLst>
  </p:cSld>
</p:sld>
</file>

<file path=ppt/slides/slide1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5FCF94A-747F-4722-BBDA-D0DB99A09F5B}"/>
              </a:ext>
            </a:extLst>
          </p:cNvPr>
          <p:cNvPicPr>
            <a:picLocks xmlns:a="http://schemas.openxmlformats.org/drawingml/2006/main" noChangeAspect="1"/>
          </p:cNvPicPr>
          <p:nvPr/>
        </p:nvPicPr>
        <p:blipFill>
          <a:blip xmlns:r="http://schemas.openxmlformats.org/officeDocument/2006/relationships" xmlns:a="http://schemas.openxmlformats.org/drawingml/2006/main" r:embed="R21bcfca80a694e9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4F50AF-6FB7-4650-BA5F-186E272B92C0}"/>
              </a:ext>
            </a:extLst>
          </p:cNvPr>
          <p:cNvSpPr>
            <a:spLocks xmlns:a="http://schemas.openxmlformats.org/drawingml/2006/main" noGrp="1"/>
          </p:cNvSpPr>
          <p:nvPr/>
        </p:nvSpPr>
        <p:spPr>
          <a:xfrm xmlns:a="http://schemas.openxmlformats.org/drawingml/2006/main">
            <a:off x="609600" y="495300"/>
            <a:ext cx="7667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F5F8F8"/>
                </a:solidFill>
                <a:latin typeface="Arial"/>
                <a:ea typeface="Arial"/>
                <a:cs typeface="Arial"/>
              </a:defRPr>
            </a:defPPr>
            <a:lvl1pPr>
              <a:defRPr sz="4050" b="1">
                <a:solidFill>
                  <a:srgbClr val="F5F8F8"/>
                </a:solidFill>
                <a:latin typeface="Arial"/>
                <a:ea typeface="Arial"/>
                <a:cs typeface="Arial"/>
              </a:defRPr>
            </a:lvl1pPr>
            <a:lvl2pPr>
              <a:defRPr sz="4050" b="1">
                <a:solidFill>
                  <a:srgbClr val="F5F8F8"/>
                </a:solidFill>
                <a:latin typeface="Arial"/>
                <a:ea typeface="Arial"/>
                <a:cs typeface="Arial"/>
              </a:defRPr>
            </a:lvl2pPr>
            <a:lvl3pPr>
              <a:defRPr sz="4050" b="1">
                <a:solidFill>
                  <a:srgbClr val="F5F8F8"/>
                </a:solidFill>
                <a:latin typeface="Arial"/>
                <a:ea typeface="Arial"/>
                <a:cs typeface="Arial"/>
              </a:defRPr>
            </a:lvl3pPr>
            <a:lvl4pPr>
              <a:defRPr sz="4050" b="1">
                <a:solidFill>
                  <a:srgbClr val="F5F8F8"/>
                </a:solidFill>
                <a:latin typeface="Arial"/>
                <a:ea typeface="Arial"/>
                <a:cs typeface="Arial"/>
              </a:defRPr>
            </a:lvl4pPr>
            <a:lvl5pPr>
              <a:defRPr sz="4050" b="1">
                <a:solidFill>
                  <a:srgbClr val="F5F8F8"/>
                </a:solidFill>
                <a:latin typeface="Arial"/>
                <a:ea typeface="Arial"/>
                <a:cs typeface="Arial"/>
              </a:defRPr>
            </a:lvl5pPr>
            <a:lvl6pPr>
              <a:defRPr sz="4050" b="1">
                <a:solidFill>
                  <a:srgbClr val="F5F8F8"/>
                </a:solidFill>
                <a:latin typeface="Arial"/>
                <a:ea typeface="Arial"/>
                <a:cs typeface="Arial"/>
              </a:defRPr>
            </a:lvl6pPr>
            <a:lvl7pPr>
              <a:defRPr sz="4050" b="1">
                <a:solidFill>
                  <a:srgbClr val="F5F8F8"/>
                </a:solidFill>
                <a:latin typeface="Arial"/>
                <a:ea typeface="Arial"/>
                <a:cs typeface="Arial"/>
              </a:defRPr>
            </a:lvl7pPr>
            <a:lvl8pPr>
              <a:defRPr sz="4050" b="1">
                <a:solidFill>
                  <a:srgbClr val="F5F8F8"/>
                </a:solidFill>
                <a:latin typeface="Arial"/>
                <a:ea typeface="Arial"/>
                <a:cs typeface="Arial"/>
              </a:defRPr>
            </a:lvl8pPr>
            <a:lvl9pPr>
              <a:defRPr sz="4050" b="1">
                <a:solidFill>
                  <a:srgbClr val="F5F8F8"/>
                </a:solidFill>
                <a:latin typeface="Arial"/>
                <a:ea typeface="Arial"/>
                <a:cs typeface="Arial"/>
              </a:defRPr>
            </a:lvl9pPr>
          </a:lstStyle>
          <a:p xmlns:a="http://schemas.openxmlformats.org/drawingml/2006/main">
            <a:pPr>
              <a:defRPr sz="4050" b="1">
                <a:solidFill>
                  <a:srgbClr val="F5F8F8"/>
                </a:solidFill>
                <a:latin typeface="Arial"/>
                <a:ea typeface="Arial"/>
                <a:cs typeface="Arial"/>
              </a:defRPr>
            </a:pPr>
            <a:r>
              <a:rPr sz="4050" b="1">
                <a:solidFill>
                  <a:srgbClr val="F5F8F8"/>
                </a:solidFill>
                <a:latin typeface="Arial"/>
                <a:ea typeface="Arial"/>
                <a:cs typeface="Arial"/>
              </a:rPr>
              <a:t>Zapomniane wersje API</a:t>
            </a:r>
          </a:p>
        </p:txBody>
      </p:sp>
      <p:sp>
        <p:nvSpPr>
          <p:cNvPr id="3" name="">
            <a:extLst xmlns:a="http://schemas.openxmlformats.org/drawingml/2006/main">
              <a:ext uri="{FF2B5EF4-FFF2-40B4-BE49-F238E27FC236}">
                <a16:creationId xmlns:a16="http://schemas.microsoft.com/office/drawing/2014/main" id="{6EE80598-C4D3-4EE1-BD2B-06C798651C1C}"/>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F624C59A-F269-4E33-8BD4-C01FAA8EDE48}"/>
              </a:ext>
            </a:extLst>
          </p:cNvPr>
          <p:cNvSpPr>
            <a:spLocks xmlns:a="http://schemas.openxmlformats.org/drawingml/2006/main" noGrp="1"/>
          </p:cNvSpPr>
          <p:nvPr/>
        </p:nvSpPr>
        <p:spPr>
          <a:xfrm xmlns:a="http://schemas.openxmlformats.org/drawingml/2006/main">
            <a:off x="628650" y="21240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59E4CB"/>
                </a:solidFill>
                <a:latin typeface="Arial"/>
                <a:ea typeface="Arial"/>
                <a:cs typeface="Arial"/>
              </a:defRPr>
            </a:defPPr>
            <a:lvl1pPr>
              <a:defRPr sz="4200" b="1">
                <a:solidFill>
                  <a:srgbClr val="59E4CB"/>
                </a:solidFill>
                <a:latin typeface="Arial"/>
                <a:ea typeface="Arial"/>
                <a:cs typeface="Arial"/>
              </a:defRPr>
            </a:lvl1pPr>
            <a:lvl2pPr>
              <a:defRPr sz="4200" b="1">
                <a:solidFill>
                  <a:srgbClr val="59E4CB"/>
                </a:solidFill>
                <a:latin typeface="Arial"/>
                <a:ea typeface="Arial"/>
                <a:cs typeface="Arial"/>
              </a:defRPr>
            </a:lvl2pPr>
            <a:lvl3pPr>
              <a:defRPr sz="4200" b="1">
                <a:solidFill>
                  <a:srgbClr val="59E4CB"/>
                </a:solidFill>
                <a:latin typeface="Arial"/>
                <a:ea typeface="Arial"/>
                <a:cs typeface="Arial"/>
              </a:defRPr>
            </a:lvl3pPr>
            <a:lvl4pPr>
              <a:defRPr sz="4200" b="1">
                <a:solidFill>
                  <a:srgbClr val="59E4CB"/>
                </a:solidFill>
                <a:latin typeface="Arial"/>
                <a:ea typeface="Arial"/>
                <a:cs typeface="Arial"/>
              </a:defRPr>
            </a:lvl4pPr>
            <a:lvl5pPr>
              <a:defRPr sz="4200" b="1">
                <a:solidFill>
                  <a:srgbClr val="59E4CB"/>
                </a:solidFill>
                <a:latin typeface="Arial"/>
                <a:ea typeface="Arial"/>
                <a:cs typeface="Arial"/>
              </a:defRPr>
            </a:lvl5pPr>
            <a:lvl6pPr>
              <a:defRPr sz="4200" b="1">
                <a:solidFill>
                  <a:srgbClr val="59E4CB"/>
                </a:solidFill>
                <a:latin typeface="Arial"/>
                <a:ea typeface="Arial"/>
                <a:cs typeface="Arial"/>
              </a:defRPr>
            </a:lvl6pPr>
            <a:lvl7pPr>
              <a:defRPr sz="4200" b="1">
                <a:solidFill>
                  <a:srgbClr val="59E4CB"/>
                </a:solidFill>
                <a:latin typeface="Arial"/>
                <a:ea typeface="Arial"/>
                <a:cs typeface="Arial"/>
              </a:defRPr>
            </a:lvl7pPr>
            <a:lvl8pPr>
              <a:defRPr sz="4200" b="1">
                <a:solidFill>
                  <a:srgbClr val="59E4CB"/>
                </a:solidFill>
                <a:latin typeface="Arial"/>
                <a:ea typeface="Arial"/>
                <a:cs typeface="Arial"/>
              </a:defRPr>
            </a:lvl8pPr>
            <a:lvl9pPr>
              <a:defRPr sz="4200" b="1">
                <a:solidFill>
                  <a:srgbClr val="59E4CB"/>
                </a:solidFill>
                <a:latin typeface="Arial"/>
                <a:ea typeface="Arial"/>
                <a:cs typeface="Arial"/>
              </a:defRPr>
            </a:lvl9pPr>
          </a:lstStyle>
          <a:p xmlns:a="http://schemas.openxmlformats.org/drawingml/2006/main">
            <a:pPr>
              <a:defRPr sz="4200" b="1">
                <a:solidFill>
                  <a:srgbClr val="59E4CB"/>
                </a:solidFill>
                <a:latin typeface="Arial"/>
                <a:ea typeface="Arial"/>
                <a:cs typeface="Arial"/>
              </a:defRPr>
            </a:pPr>
            <a:r>
              <a:rPr sz="4200" b="1">
                <a:solidFill>
                  <a:srgbClr val="59E4CB"/>
                </a:solidFill>
                <a:latin typeface="Arial"/>
                <a:ea typeface="Arial"/>
                <a:cs typeface="Arial"/>
              </a:rPr>
              <a:t>/v2/orders</a:t>
            </a:r>
          </a:p>
        </p:txBody>
      </p:sp>
      <p:sp>
        <p:nvSpPr>
          <p:cNvPr id="5" name="">
            <a:extLst xmlns:a="http://schemas.openxmlformats.org/drawingml/2006/main">
              <a:ext uri="{FF2B5EF4-FFF2-40B4-BE49-F238E27FC236}">
                <a16:creationId xmlns:a16="http://schemas.microsoft.com/office/drawing/2014/main" id="{14699AD9-D850-4E03-B1A7-61907CBB989A}"/>
              </a:ext>
            </a:extLst>
          </p:cNvPr>
          <p:cNvSpPr>
            <a:spLocks xmlns:a="http://schemas.openxmlformats.org/drawingml/2006/main" noGrp="1"/>
          </p:cNvSpPr>
          <p:nvPr/>
        </p:nvSpPr>
        <p:spPr>
          <a:xfrm xmlns:a="http://schemas.openxmlformats.org/drawingml/2006/main">
            <a:off x="628650" y="28479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Aktualna aplikacja</a:t>
            </a:r>
          </a:p>
        </p:txBody>
      </p:sp>
      <p:sp>
        <p:nvSpPr>
          <p:cNvPr id="6" name="">
            <a:extLst xmlns:a="http://schemas.openxmlformats.org/drawingml/2006/main">
              <a:ext uri="{FF2B5EF4-FFF2-40B4-BE49-F238E27FC236}">
                <a16:creationId xmlns:a16="http://schemas.microsoft.com/office/drawing/2014/main" id="{09B70B1E-1596-4FE5-8D7E-E61584D6823F}"/>
              </a:ext>
            </a:extLst>
          </p:cNvPr>
          <p:cNvSpPr>
            <a:spLocks xmlns:a="http://schemas.openxmlformats.org/drawingml/2006/main" noGrp="1"/>
          </p:cNvSpPr>
          <p:nvPr/>
        </p:nvSpPr>
        <p:spPr>
          <a:xfrm xmlns:a="http://schemas.openxmlformats.org/drawingml/2006/main">
            <a:off x="628650" y="3810000"/>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200" b="1">
                <a:solidFill>
                  <a:srgbClr val="FF7869"/>
                </a:solidFill>
                <a:latin typeface="Arial"/>
                <a:ea typeface="Arial"/>
                <a:cs typeface="Arial"/>
              </a:defRPr>
            </a:defPPr>
            <a:lvl1pPr>
              <a:defRPr sz="4200" b="1">
                <a:solidFill>
                  <a:srgbClr val="FF7869"/>
                </a:solidFill>
                <a:latin typeface="Arial"/>
                <a:ea typeface="Arial"/>
                <a:cs typeface="Arial"/>
              </a:defRPr>
            </a:lvl1pPr>
            <a:lvl2pPr>
              <a:defRPr sz="4200" b="1">
                <a:solidFill>
                  <a:srgbClr val="FF7869"/>
                </a:solidFill>
                <a:latin typeface="Arial"/>
                <a:ea typeface="Arial"/>
                <a:cs typeface="Arial"/>
              </a:defRPr>
            </a:lvl2pPr>
            <a:lvl3pPr>
              <a:defRPr sz="4200" b="1">
                <a:solidFill>
                  <a:srgbClr val="FF7869"/>
                </a:solidFill>
                <a:latin typeface="Arial"/>
                <a:ea typeface="Arial"/>
                <a:cs typeface="Arial"/>
              </a:defRPr>
            </a:lvl3pPr>
            <a:lvl4pPr>
              <a:defRPr sz="4200" b="1">
                <a:solidFill>
                  <a:srgbClr val="FF7869"/>
                </a:solidFill>
                <a:latin typeface="Arial"/>
                <a:ea typeface="Arial"/>
                <a:cs typeface="Arial"/>
              </a:defRPr>
            </a:lvl4pPr>
            <a:lvl5pPr>
              <a:defRPr sz="4200" b="1">
                <a:solidFill>
                  <a:srgbClr val="FF7869"/>
                </a:solidFill>
                <a:latin typeface="Arial"/>
                <a:ea typeface="Arial"/>
                <a:cs typeface="Arial"/>
              </a:defRPr>
            </a:lvl5pPr>
            <a:lvl6pPr>
              <a:defRPr sz="4200" b="1">
                <a:solidFill>
                  <a:srgbClr val="FF7869"/>
                </a:solidFill>
                <a:latin typeface="Arial"/>
                <a:ea typeface="Arial"/>
                <a:cs typeface="Arial"/>
              </a:defRPr>
            </a:lvl6pPr>
            <a:lvl7pPr>
              <a:defRPr sz="4200" b="1">
                <a:solidFill>
                  <a:srgbClr val="FF7869"/>
                </a:solidFill>
                <a:latin typeface="Arial"/>
                <a:ea typeface="Arial"/>
                <a:cs typeface="Arial"/>
              </a:defRPr>
            </a:lvl7pPr>
            <a:lvl8pPr>
              <a:defRPr sz="4200" b="1">
                <a:solidFill>
                  <a:srgbClr val="FF7869"/>
                </a:solidFill>
                <a:latin typeface="Arial"/>
                <a:ea typeface="Arial"/>
                <a:cs typeface="Arial"/>
              </a:defRPr>
            </a:lvl8pPr>
            <a:lvl9pPr>
              <a:defRPr sz="4200" b="1">
                <a:solidFill>
                  <a:srgbClr val="FF7869"/>
                </a:solidFill>
                <a:latin typeface="Arial"/>
                <a:ea typeface="Arial"/>
                <a:cs typeface="Arial"/>
              </a:defRPr>
            </a:lvl9pPr>
          </a:lstStyle>
          <a:p xmlns:a="http://schemas.openxmlformats.org/drawingml/2006/main">
            <a:pPr>
              <a:defRPr sz="4200" b="1">
                <a:solidFill>
                  <a:srgbClr val="FF7869"/>
                </a:solidFill>
                <a:latin typeface="Arial"/>
                <a:ea typeface="Arial"/>
                <a:cs typeface="Arial"/>
              </a:defRPr>
            </a:pPr>
            <a:r>
              <a:rPr sz="4200" b="1">
                <a:solidFill>
                  <a:srgbClr val="FF7869"/>
                </a:solidFill>
                <a:latin typeface="Arial"/>
                <a:ea typeface="Arial"/>
                <a:cs typeface="Arial"/>
              </a:rPr>
              <a:t>/v1/orders</a:t>
            </a:r>
          </a:p>
        </p:txBody>
      </p:sp>
      <p:sp>
        <p:nvSpPr>
          <p:cNvPr id="7" name="">
            <a:extLst xmlns:a="http://schemas.openxmlformats.org/drawingml/2006/main">
              <a:ext uri="{FF2B5EF4-FFF2-40B4-BE49-F238E27FC236}">
                <a16:creationId xmlns:a16="http://schemas.microsoft.com/office/drawing/2014/main" id="{65065695-04D0-45A8-AC36-DDAC535792CC}"/>
              </a:ext>
            </a:extLst>
          </p:cNvPr>
          <p:cNvSpPr>
            <a:spLocks xmlns:a="http://schemas.openxmlformats.org/drawingml/2006/main" noGrp="1"/>
          </p:cNvSpPr>
          <p:nvPr/>
        </p:nvSpPr>
        <p:spPr>
          <a:xfrm xmlns:a="http://schemas.openxmlformats.org/drawingml/2006/main">
            <a:off x="628650" y="4533900"/>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Stara wersja wciąż dostępna</a:t>
            </a:r>
          </a:p>
        </p:txBody>
      </p:sp>
      <p:sp>
        <p:nvSpPr>
          <p:cNvPr id="8" name="">
            <a:extLst xmlns:a="http://schemas.openxmlformats.org/drawingml/2006/main">
              <a:ext uri="{FF2B5EF4-FFF2-40B4-BE49-F238E27FC236}">
                <a16:creationId xmlns:a16="http://schemas.microsoft.com/office/drawing/2014/main" id="{CFB5E20C-E70F-41D9-A74D-F362376EE9B1}"/>
              </a:ext>
            </a:extLst>
          </p:cNvPr>
          <p:cNvSpPr>
            <a:spLocks xmlns:a="http://schemas.openxmlformats.org/drawingml/2006/main" noGrp="1"/>
          </p:cNvSpPr>
          <p:nvPr/>
        </p:nvSpPr>
        <p:spPr>
          <a:xfrm xmlns:a="http://schemas.openxmlformats.org/drawingml/2006/main">
            <a:off x="628650" y="5638800"/>
            <a:ext cx="714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A1BCC5"/>
                </a:solidFill>
                <a:latin typeface="Arial"/>
                <a:ea typeface="Arial"/>
                <a:cs typeface="Arial"/>
              </a:defRPr>
            </a:defPPr>
            <a:lvl1pPr>
              <a:defRPr sz="1800" b="0">
                <a:solidFill>
                  <a:srgbClr val="A1BCC5"/>
                </a:solidFill>
                <a:latin typeface="Arial"/>
                <a:ea typeface="Arial"/>
                <a:cs typeface="Arial"/>
              </a:defRPr>
            </a:lvl1pPr>
            <a:lvl2pPr>
              <a:defRPr sz="1800" b="0">
                <a:solidFill>
                  <a:srgbClr val="A1BCC5"/>
                </a:solidFill>
                <a:latin typeface="Arial"/>
                <a:ea typeface="Arial"/>
                <a:cs typeface="Arial"/>
              </a:defRPr>
            </a:lvl2pPr>
            <a:lvl3pPr>
              <a:defRPr sz="1800" b="0">
                <a:solidFill>
                  <a:srgbClr val="A1BCC5"/>
                </a:solidFill>
                <a:latin typeface="Arial"/>
                <a:ea typeface="Arial"/>
                <a:cs typeface="Arial"/>
              </a:defRPr>
            </a:lvl3pPr>
            <a:lvl4pPr>
              <a:defRPr sz="1800" b="0">
                <a:solidFill>
                  <a:srgbClr val="A1BCC5"/>
                </a:solidFill>
                <a:latin typeface="Arial"/>
                <a:ea typeface="Arial"/>
                <a:cs typeface="Arial"/>
              </a:defRPr>
            </a:lvl4pPr>
            <a:lvl5pPr>
              <a:defRPr sz="1800" b="0">
                <a:solidFill>
                  <a:srgbClr val="A1BCC5"/>
                </a:solidFill>
                <a:latin typeface="Arial"/>
                <a:ea typeface="Arial"/>
                <a:cs typeface="Arial"/>
              </a:defRPr>
            </a:lvl5pPr>
            <a:lvl6pPr>
              <a:defRPr sz="1800" b="0">
                <a:solidFill>
                  <a:srgbClr val="A1BCC5"/>
                </a:solidFill>
                <a:latin typeface="Arial"/>
                <a:ea typeface="Arial"/>
                <a:cs typeface="Arial"/>
              </a:defRPr>
            </a:lvl6pPr>
            <a:lvl7pPr>
              <a:defRPr sz="1800" b="0">
                <a:solidFill>
                  <a:srgbClr val="A1BCC5"/>
                </a:solidFill>
                <a:latin typeface="Arial"/>
                <a:ea typeface="Arial"/>
                <a:cs typeface="Arial"/>
              </a:defRPr>
            </a:lvl7pPr>
            <a:lvl8pPr>
              <a:defRPr sz="1800" b="0">
                <a:solidFill>
                  <a:srgbClr val="A1BCC5"/>
                </a:solidFill>
                <a:latin typeface="Arial"/>
                <a:ea typeface="Arial"/>
                <a:cs typeface="Arial"/>
              </a:defRPr>
            </a:lvl8pPr>
            <a:lvl9pPr>
              <a:defRPr sz="1800" b="0">
                <a:solidFill>
                  <a:srgbClr val="A1BCC5"/>
                </a:solidFill>
                <a:latin typeface="Arial"/>
                <a:ea typeface="Arial"/>
                <a:cs typeface="Arial"/>
              </a:defRPr>
            </a:lvl9pPr>
          </a:lstStyle>
          <a:p xmlns:a="http://schemas.openxmlformats.org/drawingml/2006/main">
            <a:pPr>
              <a:defRPr sz="1800" b="0">
                <a:solidFill>
                  <a:srgbClr val="A1BCC5"/>
                </a:solidFill>
                <a:latin typeface="Arial"/>
                <a:ea typeface="Arial"/>
                <a:cs typeface="Arial"/>
              </a:defRPr>
            </a:pPr>
            <a:r>
              <a:rPr sz="1800" b="0">
                <a:solidFill>
                  <a:srgbClr val="A1BCC5"/>
                </a:solidFill>
                <a:latin typeface="Arial"/>
                <a:ea typeface="Arial"/>
                <a:cs typeface="Arial"/>
              </a:rPr>
              <a:t>Spis API: właściciel, dane, wersja,</a:t>
            </a:r>
          </a:p>
          <a:p xmlns:a="http://schemas.openxmlformats.org/drawingml/2006/main">
            <a:pPr>
              <a:defRPr sz="1800" b="0">
                <a:solidFill>
                  <a:srgbClr val="A1BCC5"/>
                </a:solidFill>
                <a:latin typeface="Arial"/>
                <a:ea typeface="Arial"/>
                <a:cs typeface="Arial"/>
              </a:defRPr>
            </a:pPr>
            <a:r>
              <a:rPr sz="1800" b="0">
                <a:solidFill>
                  <a:srgbClr val="A1BCC5"/>
                </a:solidFill>
                <a:latin typeface="Arial"/>
                <a:ea typeface="Arial"/>
                <a:cs typeface="Arial"/>
              </a:rPr>
              <a:t>ekspozycja i termin wycofania.</a:t>
            </a:r>
          </a:p>
        </p:txBody>
      </p:sp>
    </p:spTree>
    <p:extLst>
      <p:ext uri="{BB962C8B-B14F-4D97-AF65-F5344CB8AC3E}">
        <p14:creationId xmlns:p14="http://schemas.microsoft.com/office/powerpoint/2010/main" val="1458867688"/>
      </p:ext>
    </p:extLst>
  </p:cSld>
</p:sld>
</file>

<file path=ppt/slides/slide12.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1002371-E325-4C6C-9426-9DE7E8F38E83}"/>
              </a:ext>
            </a:extLst>
          </p:cNvPr>
          <p:cNvPicPr>
            <a:picLocks xmlns:a="http://schemas.openxmlformats.org/drawingml/2006/main" noChangeAspect="1"/>
          </p:cNvPicPr>
          <p:nvPr/>
        </p:nvPicPr>
        <p:blipFill>
          <a:blip xmlns:r="http://schemas.openxmlformats.org/officeDocument/2006/relationships" xmlns:a="http://schemas.openxmlformats.org/drawingml/2006/main" r:embed="R2ff035d8c84d49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CBB0975-E53F-4645-A992-69A53F341356}"/>
              </a:ext>
            </a:extLst>
          </p:cNvPr>
          <p:cNvSpPr>
            <a:spLocks xmlns:a="http://schemas.openxmlformats.org/drawingml/2006/main" noGrp="1"/>
          </p:cNvSpPr>
          <p:nvPr/>
        </p:nvSpPr>
        <p:spPr>
          <a:xfrm xmlns:a="http://schemas.openxmlformats.org/drawingml/2006/main">
            <a:off x="609600" y="495300"/>
            <a:ext cx="7096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5F8F8"/>
                </a:solidFill>
                <a:latin typeface="Arial"/>
                <a:ea typeface="Arial"/>
                <a:cs typeface="Arial"/>
              </a:defRPr>
            </a:defPPr>
            <a:lvl1pPr>
              <a:defRPr sz="4350" b="1">
                <a:solidFill>
                  <a:srgbClr val="F5F8F8"/>
                </a:solidFill>
                <a:latin typeface="Arial"/>
                <a:ea typeface="Arial"/>
                <a:cs typeface="Arial"/>
              </a:defRPr>
            </a:lvl1pPr>
            <a:lvl2pPr>
              <a:defRPr sz="4350" b="1">
                <a:solidFill>
                  <a:srgbClr val="F5F8F8"/>
                </a:solidFill>
                <a:latin typeface="Arial"/>
                <a:ea typeface="Arial"/>
                <a:cs typeface="Arial"/>
              </a:defRPr>
            </a:lvl2pPr>
            <a:lvl3pPr>
              <a:defRPr sz="4350" b="1">
                <a:solidFill>
                  <a:srgbClr val="F5F8F8"/>
                </a:solidFill>
                <a:latin typeface="Arial"/>
                <a:ea typeface="Arial"/>
                <a:cs typeface="Arial"/>
              </a:defRPr>
            </a:lvl3pPr>
            <a:lvl4pPr>
              <a:defRPr sz="4350" b="1">
                <a:solidFill>
                  <a:srgbClr val="F5F8F8"/>
                </a:solidFill>
                <a:latin typeface="Arial"/>
                <a:ea typeface="Arial"/>
                <a:cs typeface="Arial"/>
              </a:defRPr>
            </a:lvl4pPr>
            <a:lvl5pPr>
              <a:defRPr sz="4350" b="1">
                <a:solidFill>
                  <a:srgbClr val="F5F8F8"/>
                </a:solidFill>
                <a:latin typeface="Arial"/>
                <a:ea typeface="Arial"/>
                <a:cs typeface="Arial"/>
              </a:defRPr>
            </a:lvl5pPr>
            <a:lvl6pPr>
              <a:defRPr sz="4350" b="1">
                <a:solidFill>
                  <a:srgbClr val="F5F8F8"/>
                </a:solidFill>
                <a:latin typeface="Arial"/>
                <a:ea typeface="Arial"/>
                <a:cs typeface="Arial"/>
              </a:defRPr>
            </a:lvl6pPr>
            <a:lvl7pPr>
              <a:defRPr sz="4350" b="1">
                <a:solidFill>
                  <a:srgbClr val="F5F8F8"/>
                </a:solidFill>
                <a:latin typeface="Arial"/>
                <a:ea typeface="Arial"/>
                <a:cs typeface="Arial"/>
              </a:defRPr>
            </a:lvl7pPr>
            <a:lvl8pPr>
              <a:defRPr sz="4350" b="1">
                <a:solidFill>
                  <a:srgbClr val="F5F8F8"/>
                </a:solidFill>
                <a:latin typeface="Arial"/>
                <a:ea typeface="Arial"/>
                <a:cs typeface="Arial"/>
              </a:defRPr>
            </a:lvl8pPr>
            <a:lvl9pPr>
              <a:defRPr sz="4350" b="1">
                <a:solidFill>
                  <a:srgbClr val="F5F8F8"/>
                </a:solidFill>
                <a:latin typeface="Arial"/>
                <a:ea typeface="Arial"/>
                <a:cs typeface="Arial"/>
              </a:defRPr>
            </a:lvl9pPr>
          </a:lstStyle>
          <a:p xmlns:a="http://schemas.openxmlformats.org/drawingml/2006/main">
            <a:pPr>
              <a:defRPr sz="4350" b="1">
                <a:solidFill>
                  <a:srgbClr val="F5F8F8"/>
                </a:solidFill>
                <a:latin typeface="Arial"/>
                <a:ea typeface="Arial"/>
                <a:cs typeface="Arial"/>
              </a:defRPr>
            </a:pPr>
            <a:r>
              <a:rPr sz="4350" b="1">
                <a:solidFill>
                  <a:srgbClr val="F5F8F8"/>
                </a:solidFill>
                <a:latin typeface="Arial"/>
                <a:ea typeface="Arial"/>
                <a:cs typeface="Arial"/>
              </a:rPr>
              <a:t>Warstwy ochrony</a:t>
            </a:r>
          </a:p>
        </p:txBody>
      </p:sp>
      <p:sp>
        <p:nvSpPr>
          <p:cNvPr id="3" name="">
            <a:extLst xmlns:a="http://schemas.openxmlformats.org/drawingml/2006/main">
              <a:ext uri="{FF2B5EF4-FFF2-40B4-BE49-F238E27FC236}">
                <a16:creationId xmlns:a16="http://schemas.microsoft.com/office/drawing/2014/main" id="{BE37C158-FBC7-4BED-A499-A1F414026DEF}"/>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5D4E1BA2-7129-45C9-8409-E14B5C79AD48}"/>
              </a:ext>
            </a:extLst>
          </p:cNvPr>
          <p:cNvSpPr>
            <a:spLocks xmlns:a="http://schemas.openxmlformats.org/drawingml/2006/main" noGrp="1"/>
          </p:cNvSpPr>
          <p:nvPr/>
        </p:nvSpPr>
        <p:spPr>
          <a:xfrm xmlns:a="http://schemas.openxmlformats.org/drawingml/2006/main">
            <a:off x="628650" y="20193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TLS / HTTPS</a:t>
            </a:r>
          </a:p>
        </p:txBody>
      </p:sp>
      <p:sp>
        <p:nvSpPr>
          <p:cNvPr id="5" name="">
            <a:extLst xmlns:a="http://schemas.openxmlformats.org/drawingml/2006/main">
              <a:ext uri="{FF2B5EF4-FFF2-40B4-BE49-F238E27FC236}">
                <a16:creationId xmlns:a16="http://schemas.microsoft.com/office/drawing/2014/main" id="{9DD5766C-3953-446C-98FE-AF8D493638EB}"/>
              </a:ext>
            </a:extLst>
          </p:cNvPr>
          <p:cNvSpPr>
            <a:spLocks xmlns:a="http://schemas.openxmlformats.org/drawingml/2006/main" noGrp="1"/>
          </p:cNvSpPr>
          <p:nvPr/>
        </p:nvSpPr>
        <p:spPr>
          <a:xfrm xmlns:a="http://schemas.openxmlformats.org/drawingml/2006/main">
            <a:off x="628650" y="245745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Ochrona transmisji danych.</a:t>
            </a:r>
          </a:p>
        </p:txBody>
      </p:sp>
      <p:sp>
        <p:nvSpPr>
          <p:cNvPr id="6" name="">
            <a:extLst xmlns:a="http://schemas.openxmlformats.org/drawingml/2006/main">
              <a:ext uri="{FF2B5EF4-FFF2-40B4-BE49-F238E27FC236}">
                <a16:creationId xmlns:a16="http://schemas.microsoft.com/office/drawing/2014/main" id="{D90E811A-CE36-401F-9D29-2E7F4864F421}"/>
              </a:ext>
            </a:extLst>
          </p:cNvPr>
          <p:cNvSpPr>
            <a:spLocks xmlns:a="http://schemas.openxmlformats.org/drawingml/2006/main" noGrp="1"/>
          </p:cNvSpPr>
          <p:nvPr/>
        </p:nvSpPr>
        <p:spPr>
          <a:xfrm xmlns:a="http://schemas.openxmlformats.org/drawingml/2006/main">
            <a:off x="628650" y="30099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Brama API i WAF</a:t>
            </a:r>
          </a:p>
        </p:txBody>
      </p:sp>
      <p:sp>
        <p:nvSpPr>
          <p:cNvPr id="7" name="">
            <a:extLst xmlns:a="http://schemas.openxmlformats.org/drawingml/2006/main">
              <a:ext uri="{FF2B5EF4-FFF2-40B4-BE49-F238E27FC236}">
                <a16:creationId xmlns:a16="http://schemas.microsoft.com/office/drawing/2014/main" id="{0594A176-FF40-49E1-97F3-A92D0B701FFA}"/>
              </a:ext>
            </a:extLst>
          </p:cNvPr>
          <p:cNvSpPr>
            <a:spLocks xmlns:a="http://schemas.openxmlformats.org/drawingml/2006/main" noGrp="1"/>
          </p:cNvSpPr>
          <p:nvPr/>
        </p:nvSpPr>
        <p:spPr>
          <a:xfrm xmlns:a="http://schemas.openxmlformats.org/drawingml/2006/main">
            <a:off x="628650" y="344805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Ruch, limity i reguły ochronne.</a:t>
            </a:r>
          </a:p>
        </p:txBody>
      </p:sp>
      <p:sp>
        <p:nvSpPr>
          <p:cNvPr id="8" name="">
            <a:extLst xmlns:a="http://schemas.openxmlformats.org/drawingml/2006/main">
              <a:ext uri="{FF2B5EF4-FFF2-40B4-BE49-F238E27FC236}">
                <a16:creationId xmlns:a16="http://schemas.microsoft.com/office/drawing/2014/main" id="{5EFE6A99-014E-41F3-A076-4B094A32FA28}"/>
              </a:ext>
            </a:extLst>
          </p:cNvPr>
          <p:cNvSpPr>
            <a:spLocks xmlns:a="http://schemas.openxmlformats.org/drawingml/2006/main" noGrp="1"/>
          </p:cNvSpPr>
          <p:nvPr/>
        </p:nvSpPr>
        <p:spPr>
          <a:xfrm xmlns:a="http://schemas.openxmlformats.org/drawingml/2006/main">
            <a:off x="628650" y="40005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Aplikacja</a:t>
            </a:r>
          </a:p>
        </p:txBody>
      </p:sp>
      <p:sp>
        <p:nvSpPr>
          <p:cNvPr id="9" name="">
            <a:extLst xmlns:a="http://schemas.openxmlformats.org/drawingml/2006/main">
              <a:ext uri="{FF2B5EF4-FFF2-40B4-BE49-F238E27FC236}">
                <a16:creationId xmlns:a16="http://schemas.microsoft.com/office/drawing/2014/main" id="{2DBA0DFE-2EB0-407E-9B3B-253EDC167C97}"/>
              </a:ext>
            </a:extLst>
          </p:cNvPr>
          <p:cNvSpPr>
            <a:spLocks xmlns:a="http://schemas.openxmlformats.org/drawingml/2006/main" noGrp="1"/>
          </p:cNvSpPr>
          <p:nvPr/>
        </p:nvSpPr>
        <p:spPr>
          <a:xfrm xmlns:a="http://schemas.openxmlformats.org/drawingml/2006/main">
            <a:off x="628650" y="443865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Uprawnienia i reguły biznesowe.</a:t>
            </a:r>
          </a:p>
        </p:txBody>
      </p:sp>
      <p:sp>
        <p:nvSpPr>
          <p:cNvPr id="10" name="">
            <a:extLst xmlns:a="http://schemas.openxmlformats.org/drawingml/2006/main">
              <a:ext uri="{FF2B5EF4-FFF2-40B4-BE49-F238E27FC236}">
                <a16:creationId xmlns:a16="http://schemas.microsoft.com/office/drawing/2014/main" id="{066F77DB-87EE-4AB9-B99C-E8D07E6EBDFF}"/>
              </a:ext>
            </a:extLst>
          </p:cNvPr>
          <p:cNvSpPr>
            <a:spLocks xmlns:a="http://schemas.openxmlformats.org/drawingml/2006/main" noGrp="1"/>
          </p:cNvSpPr>
          <p:nvPr/>
        </p:nvSpPr>
        <p:spPr>
          <a:xfrm xmlns:a="http://schemas.openxmlformats.org/drawingml/2006/main">
            <a:off x="628650" y="4991100"/>
            <a:ext cx="704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Monitoring</a:t>
            </a:r>
          </a:p>
        </p:txBody>
      </p:sp>
      <p:sp>
        <p:nvSpPr>
          <p:cNvPr id="11" name="">
            <a:extLst xmlns:a="http://schemas.openxmlformats.org/drawingml/2006/main">
              <a:ext uri="{FF2B5EF4-FFF2-40B4-BE49-F238E27FC236}">
                <a16:creationId xmlns:a16="http://schemas.microsoft.com/office/drawing/2014/main" id="{CBB9A0F5-0AF1-43DD-981F-F306AEBD818C}"/>
              </a:ext>
            </a:extLst>
          </p:cNvPr>
          <p:cNvSpPr>
            <a:spLocks xmlns:a="http://schemas.openxmlformats.org/drawingml/2006/main" noGrp="1"/>
          </p:cNvSpPr>
          <p:nvPr/>
        </p:nvSpPr>
        <p:spPr>
          <a:xfrm xmlns:a="http://schemas.openxmlformats.org/drawingml/2006/main">
            <a:off x="628650" y="542925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Wykrywanie nadużyć i reakcja.</a:t>
            </a:r>
          </a:p>
        </p:txBody>
      </p:sp>
    </p:spTree>
    <p:extLst>
      <p:ext uri="{BB962C8B-B14F-4D97-AF65-F5344CB8AC3E}">
        <p14:creationId xmlns:p14="http://schemas.microsoft.com/office/powerpoint/2010/main" val="565233651"/>
      </p:ext>
    </p:extLst>
  </p:cSld>
</p:sld>
</file>

<file path=ppt/slides/slide13.xml><?xml version="1.0" encoding="utf-8"?>
<p:sld xmlns:p="http://schemas.openxmlformats.org/presentationml/2006/main">
  <p:cSld>
    <p:bg>
      <p:bgPr>
        <a:solidFill xmlns:a="http://schemas.openxmlformats.org/drawingml/2006/main">
          <a:srgbClr val="F3F6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46EA3F-9B1E-43A6-99FA-C2C3736BBC4F}"/>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1">
                <a:solidFill>
                  <a:srgbClr val="102C3B"/>
                </a:solidFill>
                <a:latin typeface="Arial"/>
                <a:ea typeface="Arial"/>
                <a:cs typeface="Arial"/>
              </a:defRPr>
            </a:defPPr>
            <a:lvl1pPr>
              <a:defRPr sz="3675" b="1">
                <a:solidFill>
                  <a:srgbClr val="102C3B"/>
                </a:solidFill>
                <a:latin typeface="Arial"/>
                <a:ea typeface="Arial"/>
                <a:cs typeface="Arial"/>
              </a:defRPr>
            </a:lvl1pPr>
            <a:lvl2pPr>
              <a:defRPr sz="3675" b="1">
                <a:solidFill>
                  <a:srgbClr val="102C3B"/>
                </a:solidFill>
                <a:latin typeface="Arial"/>
                <a:ea typeface="Arial"/>
                <a:cs typeface="Arial"/>
              </a:defRPr>
            </a:lvl2pPr>
            <a:lvl3pPr>
              <a:defRPr sz="3675" b="1">
                <a:solidFill>
                  <a:srgbClr val="102C3B"/>
                </a:solidFill>
                <a:latin typeface="Arial"/>
                <a:ea typeface="Arial"/>
                <a:cs typeface="Arial"/>
              </a:defRPr>
            </a:lvl3pPr>
            <a:lvl4pPr>
              <a:defRPr sz="3675" b="1">
                <a:solidFill>
                  <a:srgbClr val="102C3B"/>
                </a:solidFill>
                <a:latin typeface="Arial"/>
                <a:ea typeface="Arial"/>
                <a:cs typeface="Arial"/>
              </a:defRPr>
            </a:lvl4pPr>
            <a:lvl5pPr>
              <a:defRPr sz="3675" b="1">
                <a:solidFill>
                  <a:srgbClr val="102C3B"/>
                </a:solidFill>
                <a:latin typeface="Arial"/>
                <a:ea typeface="Arial"/>
                <a:cs typeface="Arial"/>
              </a:defRPr>
            </a:lvl5pPr>
            <a:lvl6pPr>
              <a:defRPr sz="3675" b="1">
                <a:solidFill>
                  <a:srgbClr val="102C3B"/>
                </a:solidFill>
                <a:latin typeface="Arial"/>
                <a:ea typeface="Arial"/>
                <a:cs typeface="Arial"/>
              </a:defRPr>
            </a:lvl6pPr>
            <a:lvl7pPr>
              <a:defRPr sz="3675" b="1">
                <a:solidFill>
                  <a:srgbClr val="102C3B"/>
                </a:solidFill>
                <a:latin typeface="Arial"/>
                <a:ea typeface="Arial"/>
                <a:cs typeface="Arial"/>
              </a:defRPr>
            </a:lvl7pPr>
            <a:lvl8pPr>
              <a:defRPr sz="3675" b="1">
                <a:solidFill>
                  <a:srgbClr val="102C3B"/>
                </a:solidFill>
                <a:latin typeface="Arial"/>
                <a:ea typeface="Arial"/>
                <a:cs typeface="Arial"/>
              </a:defRPr>
            </a:lvl8pPr>
            <a:lvl9pPr>
              <a:defRPr sz="3675" b="1">
                <a:solidFill>
                  <a:srgbClr val="102C3B"/>
                </a:solidFill>
                <a:latin typeface="Arial"/>
                <a:ea typeface="Arial"/>
                <a:cs typeface="Arial"/>
              </a:defRPr>
            </a:lvl9pPr>
          </a:lstStyle>
          <a:p xmlns:a="http://schemas.openxmlformats.org/drawingml/2006/main">
            <a:pPr>
              <a:defRPr sz="3675" b="1">
                <a:solidFill>
                  <a:srgbClr val="102C3B"/>
                </a:solidFill>
                <a:latin typeface="Arial"/>
                <a:ea typeface="Arial"/>
                <a:cs typeface="Arial"/>
              </a:defRPr>
            </a:pPr>
            <a:r>
              <a:rPr sz="3675" b="1">
                <a:solidFill>
                  <a:srgbClr val="102C3B"/>
                </a:solidFill>
                <a:latin typeface="Arial"/>
                <a:ea typeface="Arial"/>
                <a:cs typeface="Arial"/>
              </a:rPr>
              <a:t>Testy obejmują odmowę dostępu</a:t>
            </a:r>
          </a:p>
        </p:txBody>
      </p:sp>
      <p:sp>
        <p:nvSpPr>
          <p:cNvPr id="2" name="">
            <a:extLst xmlns:a="http://schemas.openxmlformats.org/drawingml/2006/main">
              <a:ext uri="{FF2B5EF4-FFF2-40B4-BE49-F238E27FC236}">
                <a16:creationId xmlns:a16="http://schemas.microsoft.com/office/drawing/2014/main" id="{029DACFF-4D56-4149-9664-42DD80A1B641}"/>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E7B"/>
                </a:solidFill>
                <a:latin typeface="Arial"/>
                <a:ea typeface="Arial"/>
                <a:cs typeface="Arial"/>
              </a:defRPr>
            </a:defPPr>
            <a:lvl1pPr>
              <a:defRPr sz="1350" b="0">
                <a:solidFill>
                  <a:srgbClr val="526E7B"/>
                </a:solidFill>
                <a:latin typeface="Arial"/>
                <a:ea typeface="Arial"/>
                <a:cs typeface="Arial"/>
              </a:defRPr>
            </a:lvl1pPr>
            <a:lvl2pPr>
              <a:defRPr sz="1350" b="0">
                <a:solidFill>
                  <a:srgbClr val="526E7B"/>
                </a:solidFill>
                <a:latin typeface="Arial"/>
                <a:ea typeface="Arial"/>
                <a:cs typeface="Arial"/>
              </a:defRPr>
            </a:lvl2pPr>
            <a:lvl3pPr>
              <a:defRPr sz="1350" b="0">
                <a:solidFill>
                  <a:srgbClr val="526E7B"/>
                </a:solidFill>
                <a:latin typeface="Arial"/>
                <a:ea typeface="Arial"/>
                <a:cs typeface="Arial"/>
              </a:defRPr>
            </a:lvl3pPr>
            <a:lvl4pPr>
              <a:defRPr sz="1350" b="0">
                <a:solidFill>
                  <a:srgbClr val="526E7B"/>
                </a:solidFill>
                <a:latin typeface="Arial"/>
                <a:ea typeface="Arial"/>
                <a:cs typeface="Arial"/>
              </a:defRPr>
            </a:lvl4pPr>
            <a:lvl5pPr>
              <a:defRPr sz="1350" b="0">
                <a:solidFill>
                  <a:srgbClr val="526E7B"/>
                </a:solidFill>
                <a:latin typeface="Arial"/>
                <a:ea typeface="Arial"/>
                <a:cs typeface="Arial"/>
              </a:defRPr>
            </a:lvl5pPr>
            <a:lvl6pPr>
              <a:defRPr sz="1350" b="0">
                <a:solidFill>
                  <a:srgbClr val="526E7B"/>
                </a:solidFill>
                <a:latin typeface="Arial"/>
                <a:ea typeface="Arial"/>
                <a:cs typeface="Arial"/>
              </a:defRPr>
            </a:lvl6pPr>
            <a:lvl7pPr>
              <a:defRPr sz="1350" b="0">
                <a:solidFill>
                  <a:srgbClr val="526E7B"/>
                </a:solidFill>
                <a:latin typeface="Arial"/>
                <a:ea typeface="Arial"/>
                <a:cs typeface="Arial"/>
              </a:defRPr>
            </a:lvl7pPr>
            <a:lvl8pPr>
              <a:defRPr sz="1350" b="0">
                <a:solidFill>
                  <a:srgbClr val="526E7B"/>
                </a:solidFill>
                <a:latin typeface="Arial"/>
                <a:ea typeface="Arial"/>
                <a:cs typeface="Arial"/>
              </a:defRPr>
            </a:lvl8pPr>
            <a:lvl9pPr>
              <a:defRPr sz="1350" b="0">
                <a:solidFill>
                  <a:srgbClr val="526E7B"/>
                </a:solidFill>
                <a:latin typeface="Arial"/>
                <a:ea typeface="Arial"/>
                <a:cs typeface="Arial"/>
              </a:defRPr>
            </a:lvl9pPr>
          </a:lstStyle>
          <a:p xmlns:a="http://schemas.openxmlformats.org/drawingml/2006/main">
            <a:pPr>
              <a:defRPr sz="1350" b="0">
                <a:solidFill>
                  <a:srgbClr val="526E7B"/>
                </a:solidFill>
                <a:latin typeface="Arial"/>
                <a:ea typeface="Arial"/>
                <a:cs typeface="Arial"/>
              </a:defRPr>
            </a:pPr>
            <a:r>
              <a:rPr sz="1350" b="0">
                <a:solidFill>
                  <a:srgbClr val="526E7B"/>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27ED1159-4923-45BA-9CC9-6C4C48D634F8}"/>
              </a:ext>
            </a:extLst>
          </p:cNvPr>
          <p:cNvSpPr>
            <a:spLocks xmlns:a="http://schemas.openxmlformats.org/drawingml/2006/main" noGrp="1"/>
          </p:cNvSpPr>
          <p:nvPr/>
        </p:nvSpPr>
        <p:spPr>
          <a:xfrm xmlns:a="http://schemas.openxmlformats.org/drawingml/2006/main">
            <a:off x="628650" y="198120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007C79"/>
                </a:solidFill>
                <a:latin typeface="Arial"/>
                <a:ea typeface="Arial"/>
                <a:cs typeface="Arial"/>
              </a:defRPr>
            </a:defPPr>
            <a:lvl1pPr>
              <a:defRPr sz="4050" b="1">
                <a:solidFill>
                  <a:srgbClr val="007C79"/>
                </a:solidFill>
                <a:latin typeface="Arial"/>
                <a:ea typeface="Arial"/>
                <a:cs typeface="Arial"/>
              </a:defRPr>
            </a:lvl1pPr>
            <a:lvl2pPr>
              <a:defRPr sz="4050" b="1">
                <a:solidFill>
                  <a:srgbClr val="007C79"/>
                </a:solidFill>
                <a:latin typeface="Arial"/>
                <a:ea typeface="Arial"/>
                <a:cs typeface="Arial"/>
              </a:defRPr>
            </a:lvl2pPr>
            <a:lvl3pPr>
              <a:defRPr sz="4050" b="1">
                <a:solidFill>
                  <a:srgbClr val="007C79"/>
                </a:solidFill>
                <a:latin typeface="Arial"/>
                <a:ea typeface="Arial"/>
                <a:cs typeface="Arial"/>
              </a:defRPr>
            </a:lvl3pPr>
            <a:lvl4pPr>
              <a:defRPr sz="4050" b="1">
                <a:solidFill>
                  <a:srgbClr val="007C79"/>
                </a:solidFill>
                <a:latin typeface="Arial"/>
                <a:ea typeface="Arial"/>
                <a:cs typeface="Arial"/>
              </a:defRPr>
            </a:lvl4pPr>
            <a:lvl5pPr>
              <a:defRPr sz="4050" b="1">
                <a:solidFill>
                  <a:srgbClr val="007C79"/>
                </a:solidFill>
                <a:latin typeface="Arial"/>
                <a:ea typeface="Arial"/>
                <a:cs typeface="Arial"/>
              </a:defRPr>
            </a:lvl5pPr>
            <a:lvl6pPr>
              <a:defRPr sz="4050" b="1">
                <a:solidFill>
                  <a:srgbClr val="007C79"/>
                </a:solidFill>
                <a:latin typeface="Arial"/>
                <a:ea typeface="Arial"/>
                <a:cs typeface="Arial"/>
              </a:defRPr>
            </a:lvl6pPr>
            <a:lvl7pPr>
              <a:defRPr sz="4050" b="1">
                <a:solidFill>
                  <a:srgbClr val="007C79"/>
                </a:solidFill>
                <a:latin typeface="Arial"/>
                <a:ea typeface="Arial"/>
                <a:cs typeface="Arial"/>
              </a:defRPr>
            </a:lvl7pPr>
            <a:lvl8pPr>
              <a:defRPr sz="4050" b="1">
                <a:solidFill>
                  <a:srgbClr val="007C79"/>
                </a:solidFill>
                <a:latin typeface="Arial"/>
                <a:ea typeface="Arial"/>
                <a:cs typeface="Arial"/>
              </a:defRPr>
            </a:lvl8pPr>
            <a:lvl9pPr>
              <a:defRPr sz="4050" b="1">
                <a:solidFill>
                  <a:srgbClr val="007C79"/>
                </a:solidFill>
                <a:latin typeface="Arial"/>
                <a:ea typeface="Arial"/>
                <a:cs typeface="Arial"/>
              </a:defRPr>
            </a:lvl9pPr>
          </a:lstStyle>
          <a:p xmlns:a="http://schemas.openxmlformats.org/drawingml/2006/main">
            <a:pPr>
              <a:defRPr sz="4050" b="1">
                <a:solidFill>
                  <a:srgbClr val="007C79"/>
                </a:solidFill>
                <a:latin typeface="Arial"/>
                <a:ea typeface="Arial"/>
                <a:cs typeface="Arial"/>
              </a:defRPr>
            </a:pPr>
            <a:r>
              <a:rPr sz="4050" b="1">
                <a:solidFill>
                  <a:srgbClr val="007C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AEC6F99-DF88-4EA1-BC8B-CB17806C660A}"/>
              </a:ext>
            </a:extLst>
          </p:cNvPr>
          <p:cNvSpPr>
            <a:spLocks xmlns:a="http://schemas.openxmlformats.org/drawingml/2006/main" noGrp="1"/>
          </p:cNvSpPr>
          <p:nvPr/>
        </p:nvSpPr>
        <p:spPr>
          <a:xfrm xmlns:a="http://schemas.openxmlformats.org/drawingml/2006/main">
            <a:off x="1933575" y="19812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02C3B"/>
                </a:solidFill>
                <a:latin typeface="Arial"/>
                <a:ea typeface="Arial"/>
                <a:cs typeface="Arial"/>
              </a:defRPr>
            </a:defPPr>
            <a:lvl1pPr>
              <a:defRPr sz="2325" b="1">
                <a:solidFill>
                  <a:srgbClr val="102C3B"/>
                </a:solidFill>
                <a:latin typeface="Arial"/>
                <a:ea typeface="Arial"/>
                <a:cs typeface="Arial"/>
              </a:defRPr>
            </a:lvl1pPr>
            <a:lvl2pPr>
              <a:defRPr sz="2325" b="1">
                <a:solidFill>
                  <a:srgbClr val="102C3B"/>
                </a:solidFill>
                <a:latin typeface="Arial"/>
                <a:ea typeface="Arial"/>
                <a:cs typeface="Arial"/>
              </a:defRPr>
            </a:lvl2pPr>
            <a:lvl3pPr>
              <a:defRPr sz="2325" b="1">
                <a:solidFill>
                  <a:srgbClr val="102C3B"/>
                </a:solidFill>
                <a:latin typeface="Arial"/>
                <a:ea typeface="Arial"/>
                <a:cs typeface="Arial"/>
              </a:defRPr>
            </a:lvl3pPr>
            <a:lvl4pPr>
              <a:defRPr sz="2325" b="1">
                <a:solidFill>
                  <a:srgbClr val="102C3B"/>
                </a:solidFill>
                <a:latin typeface="Arial"/>
                <a:ea typeface="Arial"/>
                <a:cs typeface="Arial"/>
              </a:defRPr>
            </a:lvl4pPr>
            <a:lvl5pPr>
              <a:defRPr sz="2325" b="1">
                <a:solidFill>
                  <a:srgbClr val="102C3B"/>
                </a:solidFill>
                <a:latin typeface="Arial"/>
                <a:ea typeface="Arial"/>
                <a:cs typeface="Arial"/>
              </a:defRPr>
            </a:lvl5pPr>
            <a:lvl6pPr>
              <a:defRPr sz="2325" b="1">
                <a:solidFill>
                  <a:srgbClr val="102C3B"/>
                </a:solidFill>
                <a:latin typeface="Arial"/>
                <a:ea typeface="Arial"/>
                <a:cs typeface="Arial"/>
              </a:defRPr>
            </a:lvl6pPr>
            <a:lvl7pPr>
              <a:defRPr sz="2325" b="1">
                <a:solidFill>
                  <a:srgbClr val="102C3B"/>
                </a:solidFill>
                <a:latin typeface="Arial"/>
                <a:ea typeface="Arial"/>
                <a:cs typeface="Arial"/>
              </a:defRPr>
            </a:lvl7pPr>
            <a:lvl8pPr>
              <a:defRPr sz="2325" b="1">
                <a:solidFill>
                  <a:srgbClr val="102C3B"/>
                </a:solidFill>
                <a:latin typeface="Arial"/>
                <a:ea typeface="Arial"/>
                <a:cs typeface="Arial"/>
              </a:defRPr>
            </a:lvl8pPr>
            <a:lvl9pPr>
              <a:defRPr sz="2325" b="1">
                <a:solidFill>
                  <a:srgbClr val="102C3B"/>
                </a:solidFill>
                <a:latin typeface="Arial"/>
                <a:ea typeface="Arial"/>
                <a:cs typeface="Arial"/>
              </a:defRPr>
            </a:lvl9pPr>
          </a:lstStyle>
          <a:p xmlns:a="http://schemas.openxmlformats.org/drawingml/2006/main">
            <a:pPr>
              <a:defRPr sz="2325" b="1">
                <a:solidFill>
                  <a:srgbClr val="102C3B"/>
                </a:solidFill>
                <a:latin typeface="Arial"/>
                <a:ea typeface="Arial"/>
                <a:cs typeface="Arial"/>
              </a:defRPr>
            </a:pPr>
            <a:r>
              <a:rPr sz="2325" b="1">
                <a:solidFill>
                  <a:srgbClr val="102C3B"/>
                </a:solidFill>
                <a:latin typeface="Arial"/>
                <a:ea typeface="Arial"/>
                <a:cs typeface="Arial"/>
              </a:rPr>
              <a:t>Tożsamość</a:t>
            </a:r>
          </a:p>
        </p:txBody>
      </p:sp>
      <p:sp>
        <p:nvSpPr>
          <p:cNvPr id="5" name="">
            <a:extLst xmlns:a="http://schemas.openxmlformats.org/drawingml/2006/main">
              <a:ext uri="{FF2B5EF4-FFF2-40B4-BE49-F238E27FC236}">
                <a16:creationId xmlns:a16="http://schemas.microsoft.com/office/drawing/2014/main" id="{0AA31B7F-B316-48A4-A93B-A4C0165DE1F6}"/>
              </a:ext>
            </a:extLst>
          </p:cNvPr>
          <p:cNvSpPr>
            <a:spLocks xmlns:a="http://schemas.openxmlformats.org/drawingml/2006/main" noGrp="1"/>
          </p:cNvSpPr>
          <p:nvPr/>
        </p:nvSpPr>
        <p:spPr>
          <a:xfrm xmlns:a="http://schemas.openxmlformats.org/drawingml/2006/main">
            <a:off x="5381625" y="2047875"/>
            <a:ext cx="6048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Brak tokenu, wygaśnięcie, inne konto.</a:t>
            </a:r>
          </a:p>
        </p:txBody>
      </p:sp>
      <p:sp>
        <p:nvSpPr>
          <p:cNvPr id="6" name="">
            <a:extLst xmlns:a="http://schemas.openxmlformats.org/drawingml/2006/main">
              <a:ext uri="{FF2B5EF4-FFF2-40B4-BE49-F238E27FC236}">
                <a16:creationId xmlns:a16="http://schemas.microsoft.com/office/drawing/2014/main" id="{F4208910-B565-4AA6-8939-22B6E8990019}"/>
              </a:ext>
            </a:extLst>
          </p:cNvPr>
          <p:cNvSpPr>
            <a:spLocks xmlns:a="http://schemas.openxmlformats.org/drawingml/2006/main" noGrp="1"/>
          </p:cNvSpPr>
          <p:nvPr/>
        </p:nvSpPr>
        <p:spPr>
          <a:xfrm xmlns:a="http://schemas.openxmlformats.org/drawingml/2006/main">
            <a:off x="628650" y="29908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007C79"/>
                </a:solidFill>
                <a:latin typeface="Arial"/>
                <a:ea typeface="Arial"/>
                <a:cs typeface="Arial"/>
              </a:defRPr>
            </a:defPPr>
            <a:lvl1pPr>
              <a:defRPr sz="4050" b="1">
                <a:solidFill>
                  <a:srgbClr val="007C79"/>
                </a:solidFill>
                <a:latin typeface="Arial"/>
                <a:ea typeface="Arial"/>
                <a:cs typeface="Arial"/>
              </a:defRPr>
            </a:lvl1pPr>
            <a:lvl2pPr>
              <a:defRPr sz="4050" b="1">
                <a:solidFill>
                  <a:srgbClr val="007C79"/>
                </a:solidFill>
                <a:latin typeface="Arial"/>
                <a:ea typeface="Arial"/>
                <a:cs typeface="Arial"/>
              </a:defRPr>
            </a:lvl2pPr>
            <a:lvl3pPr>
              <a:defRPr sz="4050" b="1">
                <a:solidFill>
                  <a:srgbClr val="007C79"/>
                </a:solidFill>
                <a:latin typeface="Arial"/>
                <a:ea typeface="Arial"/>
                <a:cs typeface="Arial"/>
              </a:defRPr>
            </a:lvl3pPr>
            <a:lvl4pPr>
              <a:defRPr sz="4050" b="1">
                <a:solidFill>
                  <a:srgbClr val="007C79"/>
                </a:solidFill>
                <a:latin typeface="Arial"/>
                <a:ea typeface="Arial"/>
                <a:cs typeface="Arial"/>
              </a:defRPr>
            </a:lvl4pPr>
            <a:lvl5pPr>
              <a:defRPr sz="4050" b="1">
                <a:solidFill>
                  <a:srgbClr val="007C79"/>
                </a:solidFill>
                <a:latin typeface="Arial"/>
                <a:ea typeface="Arial"/>
                <a:cs typeface="Arial"/>
              </a:defRPr>
            </a:lvl5pPr>
            <a:lvl6pPr>
              <a:defRPr sz="4050" b="1">
                <a:solidFill>
                  <a:srgbClr val="007C79"/>
                </a:solidFill>
                <a:latin typeface="Arial"/>
                <a:ea typeface="Arial"/>
                <a:cs typeface="Arial"/>
              </a:defRPr>
            </a:lvl6pPr>
            <a:lvl7pPr>
              <a:defRPr sz="4050" b="1">
                <a:solidFill>
                  <a:srgbClr val="007C79"/>
                </a:solidFill>
                <a:latin typeface="Arial"/>
                <a:ea typeface="Arial"/>
                <a:cs typeface="Arial"/>
              </a:defRPr>
            </a:lvl7pPr>
            <a:lvl8pPr>
              <a:defRPr sz="4050" b="1">
                <a:solidFill>
                  <a:srgbClr val="007C79"/>
                </a:solidFill>
                <a:latin typeface="Arial"/>
                <a:ea typeface="Arial"/>
                <a:cs typeface="Arial"/>
              </a:defRPr>
            </a:lvl8pPr>
            <a:lvl9pPr>
              <a:defRPr sz="4050" b="1">
                <a:solidFill>
                  <a:srgbClr val="007C79"/>
                </a:solidFill>
                <a:latin typeface="Arial"/>
                <a:ea typeface="Arial"/>
                <a:cs typeface="Arial"/>
              </a:defRPr>
            </a:lvl9pPr>
          </a:lstStyle>
          <a:p xmlns:a="http://schemas.openxmlformats.org/drawingml/2006/main">
            <a:pPr>
              <a:defRPr sz="4050" b="1">
                <a:solidFill>
                  <a:srgbClr val="007C79"/>
                </a:solidFill>
                <a:latin typeface="Arial"/>
                <a:ea typeface="Arial"/>
                <a:cs typeface="Arial"/>
              </a:defRPr>
            </a:pPr>
            <a:r>
              <a:rPr sz="4050" b="1">
                <a:solidFill>
                  <a:srgbClr val="007C7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58D2E83-9F1B-4A3B-95DB-1DFDC2DFE84C}"/>
              </a:ext>
            </a:extLst>
          </p:cNvPr>
          <p:cNvSpPr>
            <a:spLocks xmlns:a="http://schemas.openxmlformats.org/drawingml/2006/main" noGrp="1"/>
          </p:cNvSpPr>
          <p:nvPr/>
        </p:nvSpPr>
        <p:spPr>
          <a:xfrm xmlns:a="http://schemas.openxmlformats.org/drawingml/2006/main">
            <a:off x="1933575" y="29908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02C3B"/>
                </a:solidFill>
                <a:latin typeface="Arial"/>
                <a:ea typeface="Arial"/>
                <a:cs typeface="Arial"/>
              </a:defRPr>
            </a:defPPr>
            <a:lvl1pPr>
              <a:defRPr sz="2325" b="1">
                <a:solidFill>
                  <a:srgbClr val="102C3B"/>
                </a:solidFill>
                <a:latin typeface="Arial"/>
                <a:ea typeface="Arial"/>
                <a:cs typeface="Arial"/>
              </a:defRPr>
            </a:lvl1pPr>
            <a:lvl2pPr>
              <a:defRPr sz="2325" b="1">
                <a:solidFill>
                  <a:srgbClr val="102C3B"/>
                </a:solidFill>
                <a:latin typeface="Arial"/>
                <a:ea typeface="Arial"/>
                <a:cs typeface="Arial"/>
              </a:defRPr>
            </a:lvl2pPr>
            <a:lvl3pPr>
              <a:defRPr sz="2325" b="1">
                <a:solidFill>
                  <a:srgbClr val="102C3B"/>
                </a:solidFill>
                <a:latin typeface="Arial"/>
                <a:ea typeface="Arial"/>
                <a:cs typeface="Arial"/>
              </a:defRPr>
            </a:lvl3pPr>
            <a:lvl4pPr>
              <a:defRPr sz="2325" b="1">
                <a:solidFill>
                  <a:srgbClr val="102C3B"/>
                </a:solidFill>
                <a:latin typeface="Arial"/>
                <a:ea typeface="Arial"/>
                <a:cs typeface="Arial"/>
              </a:defRPr>
            </a:lvl4pPr>
            <a:lvl5pPr>
              <a:defRPr sz="2325" b="1">
                <a:solidFill>
                  <a:srgbClr val="102C3B"/>
                </a:solidFill>
                <a:latin typeface="Arial"/>
                <a:ea typeface="Arial"/>
                <a:cs typeface="Arial"/>
              </a:defRPr>
            </a:lvl5pPr>
            <a:lvl6pPr>
              <a:defRPr sz="2325" b="1">
                <a:solidFill>
                  <a:srgbClr val="102C3B"/>
                </a:solidFill>
                <a:latin typeface="Arial"/>
                <a:ea typeface="Arial"/>
                <a:cs typeface="Arial"/>
              </a:defRPr>
            </a:lvl6pPr>
            <a:lvl7pPr>
              <a:defRPr sz="2325" b="1">
                <a:solidFill>
                  <a:srgbClr val="102C3B"/>
                </a:solidFill>
                <a:latin typeface="Arial"/>
                <a:ea typeface="Arial"/>
                <a:cs typeface="Arial"/>
              </a:defRPr>
            </a:lvl7pPr>
            <a:lvl8pPr>
              <a:defRPr sz="2325" b="1">
                <a:solidFill>
                  <a:srgbClr val="102C3B"/>
                </a:solidFill>
                <a:latin typeface="Arial"/>
                <a:ea typeface="Arial"/>
                <a:cs typeface="Arial"/>
              </a:defRPr>
            </a:lvl8pPr>
            <a:lvl9pPr>
              <a:defRPr sz="2325" b="1">
                <a:solidFill>
                  <a:srgbClr val="102C3B"/>
                </a:solidFill>
                <a:latin typeface="Arial"/>
                <a:ea typeface="Arial"/>
                <a:cs typeface="Arial"/>
              </a:defRPr>
            </a:lvl9pPr>
          </a:lstStyle>
          <a:p xmlns:a="http://schemas.openxmlformats.org/drawingml/2006/main">
            <a:pPr>
              <a:defRPr sz="2325" b="1">
                <a:solidFill>
                  <a:srgbClr val="102C3B"/>
                </a:solidFill>
                <a:latin typeface="Arial"/>
                <a:ea typeface="Arial"/>
                <a:cs typeface="Arial"/>
              </a:defRPr>
            </a:pPr>
            <a:r>
              <a:rPr sz="2325" b="1">
                <a:solidFill>
                  <a:srgbClr val="102C3B"/>
                </a:solidFill>
                <a:latin typeface="Arial"/>
                <a:ea typeface="Arial"/>
                <a:cs typeface="Arial"/>
              </a:rPr>
              <a:t>Uprawnienia</a:t>
            </a:r>
          </a:p>
        </p:txBody>
      </p:sp>
      <p:sp>
        <p:nvSpPr>
          <p:cNvPr id="8" name="">
            <a:extLst xmlns:a="http://schemas.openxmlformats.org/drawingml/2006/main">
              <a:ext uri="{FF2B5EF4-FFF2-40B4-BE49-F238E27FC236}">
                <a16:creationId xmlns:a16="http://schemas.microsoft.com/office/drawing/2014/main" id="{682D9A30-628F-4B2A-8681-DAC54CF3DD41}"/>
              </a:ext>
            </a:extLst>
          </p:cNvPr>
          <p:cNvSpPr>
            <a:spLocks xmlns:a="http://schemas.openxmlformats.org/drawingml/2006/main" noGrp="1"/>
          </p:cNvSpPr>
          <p:nvPr/>
        </p:nvSpPr>
        <p:spPr>
          <a:xfrm xmlns:a="http://schemas.openxmlformats.org/drawingml/2006/main">
            <a:off x="5381625" y="3057525"/>
            <a:ext cx="6048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Cudzy obiekt, pole i funkcja administratora.</a:t>
            </a:r>
          </a:p>
        </p:txBody>
      </p:sp>
      <p:sp>
        <p:nvSpPr>
          <p:cNvPr id="9" name="">
            <a:extLst xmlns:a="http://schemas.openxmlformats.org/drawingml/2006/main">
              <a:ext uri="{FF2B5EF4-FFF2-40B4-BE49-F238E27FC236}">
                <a16:creationId xmlns:a16="http://schemas.microsoft.com/office/drawing/2014/main" id="{44AFC6E7-F364-4CDC-9F4C-C20961B14894}"/>
              </a:ext>
            </a:extLst>
          </p:cNvPr>
          <p:cNvSpPr>
            <a:spLocks xmlns:a="http://schemas.openxmlformats.org/drawingml/2006/main" noGrp="1"/>
          </p:cNvSpPr>
          <p:nvPr/>
        </p:nvSpPr>
        <p:spPr>
          <a:xfrm xmlns:a="http://schemas.openxmlformats.org/drawingml/2006/main">
            <a:off x="628650" y="400050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007C79"/>
                </a:solidFill>
                <a:latin typeface="Arial"/>
                <a:ea typeface="Arial"/>
                <a:cs typeface="Arial"/>
              </a:defRPr>
            </a:defPPr>
            <a:lvl1pPr>
              <a:defRPr sz="4050" b="1">
                <a:solidFill>
                  <a:srgbClr val="007C79"/>
                </a:solidFill>
                <a:latin typeface="Arial"/>
                <a:ea typeface="Arial"/>
                <a:cs typeface="Arial"/>
              </a:defRPr>
            </a:lvl1pPr>
            <a:lvl2pPr>
              <a:defRPr sz="4050" b="1">
                <a:solidFill>
                  <a:srgbClr val="007C79"/>
                </a:solidFill>
                <a:latin typeface="Arial"/>
                <a:ea typeface="Arial"/>
                <a:cs typeface="Arial"/>
              </a:defRPr>
            </a:lvl2pPr>
            <a:lvl3pPr>
              <a:defRPr sz="4050" b="1">
                <a:solidFill>
                  <a:srgbClr val="007C79"/>
                </a:solidFill>
                <a:latin typeface="Arial"/>
                <a:ea typeface="Arial"/>
                <a:cs typeface="Arial"/>
              </a:defRPr>
            </a:lvl3pPr>
            <a:lvl4pPr>
              <a:defRPr sz="4050" b="1">
                <a:solidFill>
                  <a:srgbClr val="007C79"/>
                </a:solidFill>
                <a:latin typeface="Arial"/>
                <a:ea typeface="Arial"/>
                <a:cs typeface="Arial"/>
              </a:defRPr>
            </a:lvl4pPr>
            <a:lvl5pPr>
              <a:defRPr sz="4050" b="1">
                <a:solidFill>
                  <a:srgbClr val="007C79"/>
                </a:solidFill>
                <a:latin typeface="Arial"/>
                <a:ea typeface="Arial"/>
                <a:cs typeface="Arial"/>
              </a:defRPr>
            </a:lvl5pPr>
            <a:lvl6pPr>
              <a:defRPr sz="4050" b="1">
                <a:solidFill>
                  <a:srgbClr val="007C79"/>
                </a:solidFill>
                <a:latin typeface="Arial"/>
                <a:ea typeface="Arial"/>
                <a:cs typeface="Arial"/>
              </a:defRPr>
            </a:lvl6pPr>
            <a:lvl7pPr>
              <a:defRPr sz="4050" b="1">
                <a:solidFill>
                  <a:srgbClr val="007C79"/>
                </a:solidFill>
                <a:latin typeface="Arial"/>
                <a:ea typeface="Arial"/>
                <a:cs typeface="Arial"/>
              </a:defRPr>
            </a:lvl7pPr>
            <a:lvl8pPr>
              <a:defRPr sz="4050" b="1">
                <a:solidFill>
                  <a:srgbClr val="007C79"/>
                </a:solidFill>
                <a:latin typeface="Arial"/>
                <a:ea typeface="Arial"/>
                <a:cs typeface="Arial"/>
              </a:defRPr>
            </a:lvl8pPr>
            <a:lvl9pPr>
              <a:defRPr sz="4050" b="1">
                <a:solidFill>
                  <a:srgbClr val="007C79"/>
                </a:solidFill>
                <a:latin typeface="Arial"/>
                <a:ea typeface="Arial"/>
                <a:cs typeface="Arial"/>
              </a:defRPr>
            </a:lvl9pPr>
          </a:lstStyle>
          <a:p xmlns:a="http://schemas.openxmlformats.org/drawingml/2006/main">
            <a:pPr>
              <a:defRPr sz="4050" b="1">
                <a:solidFill>
                  <a:srgbClr val="007C79"/>
                </a:solidFill>
                <a:latin typeface="Arial"/>
                <a:ea typeface="Arial"/>
                <a:cs typeface="Arial"/>
              </a:defRPr>
            </a:pPr>
            <a:r>
              <a:rPr sz="4050" b="1">
                <a:solidFill>
                  <a:srgbClr val="007C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B9A1C94-9641-44AB-A018-ABFE44D63E74}"/>
              </a:ext>
            </a:extLst>
          </p:cNvPr>
          <p:cNvSpPr>
            <a:spLocks xmlns:a="http://schemas.openxmlformats.org/drawingml/2006/main" noGrp="1"/>
          </p:cNvSpPr>
          <p:nvPr/>
        </p:nvSpPr>
        <p:spPr>
          <a:xfrm xmlns:a="http://schemas.openxmlformats.org/drawingml/2006/main">
            <a:off x="1933575" y="40005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02C3B"/>
                </a:solidFill>
                <a:latin typeface="Arial"/>
                <a:ea typeface="Arial"/>
                <a:cs typeface="Arial"/>
              </a:defRPr>
            </a:defPPr>
            <a:lvl1pPr>
              <a:defRPr sz="2325" b="1">
                <a:solidFill>
                  <a:srgbClr val="102C3B"/>
                </a:solidFill>
                <a:latin typeface="Arial"/>
                <a:ea typeface="Arial"/>
                <a:cs typeface="Arial"/>
              </a:defRPr>
            </a:lvl1pPr>
            <a:lvl2pPr>
              <a:defRPr sz="2325" b="1">
                <a:solidFill>
                  <a:srgbClr val="102C3B"/>
                </a:solidFill>
                <a:latin typeface="Arial"/>
                <a:ea typeface="Arial"/>
                <a:cs typeface="Arial"/>
              </a:defRPr>
            </a:lvl2pPr>
            <a:lvl3pPr>
              <a:defRPr sz="2325" b="1">
                <a:solidFill>
                  <a:srgbClr val="102C3B"/>
                </a:solidFill>
                <a:latin typeface="Arial"/>
                <a:ea typeface="Arial"/>
                <a:cs typeface="Arial"/>
              </a:defRPr>
            </a:lvl3pPr>
            <a:lvl4pPr>
              <a:defRPr sz="2325" b="1">
                <a:solidFill>
                  <a:srgbClr val="102C3B"/>
                </a:solidFill>
                <a:latin typeface="Arial"/>
                <a:ea typeface="Arial"/>
                <a:cs typeface="Arial"/>
              </a:defRPr>
            </a:lvl4pPr>
            <a:lvl5pPr>
              <a:defRPr sz="2325" b="1">
                <a:solidFill>
                  <a:srgbClr val="102C3B"/>
                </a:solidFill>
                <a:latin typeface="Arial"/>
                <a:ea typeface="Arial"/>
                <a:cs typeface="Arial"/>
              </a:defRPr>
            </a:lvl5pPr>
            <a:lvl6pPr>
              <a:defRPr sz="2325" b="1">
                <a:solidFill>
                  <a:srgbClr val="102C3B"/>
                </a:solidFill>
                <a:latin typeface="Arial"/>
                <a:ea typeface="Arial"/>
                <a:cs typeface="Arial"/>
              </a:defRPr>
            </a:lvl6pPr>
            <a:lvl7pPr>
              <a:defRPr sz="2325" b="1">
                <a:solidFill>
                  <a:srgbClr val="102C3B"/>
                </a:solidFill>
                <a:latin typeface="Arial"/>
                <a:ea typeface="Arial"/>
                <a:cs typeface="Arial"/>
              </a:defRPr>
            </a:lvl7pPr>
            <a:lvl8pPr>
              <a:defRPr sz="2325" b="1">
                <a:solidFill>
                  <a:srgbClr val="102C3B"/>
                </a:solidFill>
                <a:latin typeface="Arial"/>
                <a:ea typeface="Arial"/>
                <a:cs typeface="Arial"/>
              </a:defRPr>
            </a:lvl8pPr>
            <a:lvl9pPr>
              <a:defRPr sz="2325" b="1">
                <a:solidFill>
                  <a:srgbClr val="102C3B"/>
                </a:solidFill>
                <a:latin typeface="Arial"/>
                <a:ea typeface="Arial"/>
                <a:cs typeface="Arial"/>
              </a:defRPr>
            </a:lvl9pPr>
          </a:lstStyle>
          <a:p xmlns:a="http://schemas.openxmlformats.org/drawingml/2006/main">
            <a:pPr>
              <a:defRPr sz="2325" b="1">
                <a:solidFill>
                  <a:srgbClr val="102C3B"/>
                </a:solidFill>
                <a:latin typeface="Arial"/>
                <a:ea typeface="Arial"/>
                <a:cs typeface="Arial"/>
              </a:defRPr>
            </a:pPr>
            <a:r>
              <a:rPr sz="2325" b="1">
                <a:solidFill>
                  <a:srgbClr val="102C3B"/>
                </a:solidFill>
                <a:latin typeface="Arial"/>
                <a:ea typeface="Arial"/>
                <a:cs typeface="Arial"/>
              </a:rPr>
              <a:t>Dane i limity</a:t>
            </a:r>
          </a:p>
        </p:txBody>
      </p:sp>
      <p:sp>
        <p:nvSpPr>
          <p:cNvPr id="11" name="">
            <a:extLst xmlns:a="http://schemas.openxmlformats.org/drawingml/2006/main">
              <a:ext uri="{FF2B5EF4-FFF2-40B4-BE49-F238E27FC236}">
                <a16:creationId xmlns:a16="http://schemas.microsoft.com/office/drawing/2014/main" id="{175D3C15-5CA1-4314-832D-9C39566F7B99}"/>
              </a:ext>
            </a:extLst>
          </p:cNvPr>
          <p:cNvSpPr>
            <a:spLocks xmlns:a="http://schemas.openxmlformats.org/drawingml/2006/main" noGrp="1"/>
          </p:cNvSpPr>
          <p:nvPr/>
        </p:nvSpPr>
        <p:spPr>
          <a:xfrm xmlns:a="http://schemas.openxmlformats.org/drawingml/2006/main">
            <a:off x="5381625" y="4067175"/>
            <a:ext cx="6048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Nietypowy format i kosztowne żądanie.</a:t>
            </a:r>
          </a:p>
        </p:txBody>
      </p:sp>
      <p:sp>
        <p:nvSpPr>
          <p:cNvPr id="12" name="">
            <a:extLst xmlns:a="http://schemas.openxmlformats.org/drawingml/2006/main">
              <a:ext uri="{FF2B5EF4-FFF2-40B4-BE49-F238E27FC236}">
                <a16:creationId xmlns:a16="http://schemas.microsoft.com/office/drawing/2014/main" id="{0B25213F-3865-46B9-ABAA-F6186367FE8F}"/>
              </a:ext>
            </a:extLst>
          </p:cNvPr>
          <p:cNvSpPr>
            <a:spLocks xmlns:a="http://schemas.openxmlformats.org/drawingml/2006/main" noGrp="1"/>
          </p:cNvSpPr>
          <p:nvPr/>
        </p:nvSpPr>
        <p:spPr>
          <a:xfrm xmlns:a="http://schemas.openxmlformats.org/drawingml/2006/main">
            <a:off x="628650" y="5010150"/>
            <a:ext cx="104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050" b="1">
                <a:solidFill>
                  <a:srgbClr val="007C79"/>
                </a:solidFill>
                <a:latin typeface="Arial"/>
                <a:ea typeface="Arial"/>
                <a:cs typeface="Arial"/>
              </a:defRPr>
            </a:defPPr>
            <a:lvl1pPr>
              <a:defRPr sz="4050" b="1">
                <a:solidFill>
                  <a:srgbClr val="007C79"/>
                </a:solidFill>
                <a:latin typeface="Arial"/>
                <a:ea typeface="Arial"/>
                <a:cs typeface="Arial"/>
              </a:defRPr>
            </a:lvl1pPr>
            <a:lvl2pPr>
              <a:defRPr sz="4050" b="1">
                <a:solidFill>
                  <a:srgbClr val="007C79"/>
                </a:solidFill>
                <a:latin typeface="Arial"/>
                <a:ea typeface="Arial"/>
                <a:cs typeface="Arial"/>
              </a:defRPr>
            </a:lvl2pPr>
            <a:lvl3pPr>
              <a:defRPr sz="4050" b="1">
                <a:solidFill>
                  <a:srgbClr val="007C79"/>
                </a:solidFill>
                <a:latin typeface="Arial"/>
                <a:ea typeface="Arial"/>
                <a:cs typeface="Arial"/>
              </a:defRPr>
            </a:lvl3pPr>
            <a:lvl4pPr>
              <a:defRPr sz="4050" b="1">
                <a:solidFill>
                  <a:srgbClr val="007C79"/>
                </a:solidFill>
                <a:latin typeface="Arial"/>
                <a:ea typeface="Arial"/>
                <a:cs typeface="Arial"/>
              </a:defRPr>
            </a:lvl4pPr>
            <a:lvl5pPr>
              <a:defRPr sz="4050" b="1">
                <a:solidFill>
                  <a:srgbClr val="007C79"/>
                </a:solidFill>
                <a:latin typeface="Arial"/>
                <a:ea typeface="Arial"/>
                <a:cs typeface="Arial"/>
              </a:defRPr>
            </a:lvl5pPr>
            <a:lvl6pPr>
              <a:defRPr sz="4050" b="1">
                <a:solidFill>
                  <a:srgbClr val="007C79"/>
                </a:solidFill>
                <a:latin typeface="Arial"/>
                <a:ea typeface="Arial"/>
                <a:cs typeface="Arial"/>
              </a:defRPr>
            </a:lvl6pPr>
            <a:lvl7pPr>
              <a:defRPr sz="4050" b="1">
                <a:solidFill>
                  <a:srgbClr val="007C79"/>
                </a:solidFill>
                <a:latin typeface="Arial"/>
                <a:ea typeface="Arial"/>
                <a:cs typeface="Arial"/>
              </a:defRPr>
            </a:lvl7pPr>
            <a:lvl8pPr>
              <a:defRPr sz="4050" b="1">
                <a:solidFill>
                  <a:srgbClr val="007C79"/>
                </a:solidFill>
                <a:latin typeface="Arial"/>
                <a:ea typeface="Arial"/>
                <a:cs typeface="Arial"/>
              </a:defRPr>
            </a:lvl8pPr>
            <a:lvl9pPr>
              <a:defRPr sz="4050" b="1">
                <a:solidFill>
                  <a:srgbClr val="007C79"/>
                </a:solidFill>
                <a:latin typeface="Arial"/>
                <a:ea typeface="Arial"/>
                <a:cs typeface="Arial"/>
              </a:defRPr>
            </a:lvl9pPr>
          </a:lstStyle>
          <a:p xmlns:a="http://schemas.openxmlformats.org/drawingml/2006/main">
            <a:pPr>
              <a:defRPr sz="4050" b="1">
                <a:solidFill>
                  <a:srgbClr val="007C79"/>
                </a:solidFill>
                <a:latin typeface="Arial"/>
                <a:ea typeface="Arial"/>
                <a:cs typeface="Arial"/>
              </a:defRPr>
            </a:pPr>
            <a:r>
              <a:rPr sz="4050" b="1">
                <a:solidFill>
                  <a:srgbClr val="007C79"/>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EB779D6B-5A52-4A06-AC46-A6A4EF5C24A0}"/>
              </a:ext>
            </a:extLst>
          </p:cNvPr>
          <p:cNvSpPr>
            <a:spLocks xmlns:a="http://schemas.openxmlformats.org/drawingml/2006/main" noGrp="1"/>
          </p:cNvSpPr>
          <p:nvPr/>
        </p:nvSpPr>
        <p:spPr>
          <a:xfrm xmlns:a="http://schemas.openxmlformats.org/drawingml/2006/main">
            <a:off x="1933575" y="50101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02C3B"/>
                </a:solidFill>
                <a:latin typeface="Arial"/>
                <a:ea typeface="Arial"/>
                <a:cs typeface="Arial"/>
              </a:defRPr>
            </a:defPPr>
            <a:lvl1pPr>
              <a:defRPr sz="2325" b="1">
                <a:solidFill>
                  <a:srgbClr val="102C3B"/>
                </a:solidFill>
                <a:latin typeface="Arial"/>
                <a:ea typeface="Arial"/>
                <a:cs typeface="Arial"/>
              </a:defRPr>
            </a:lvl1pPr>
            <a:lvl2pPr>
              <a:defRPr sz="2325" b="1">
                <a:solidFill>
                  <a:srgbClr val="102C3B"/>
                </a:solidFill>
                <a:latin typeface="Arial"/>
                <a:ea typeface="Arial"/>
                <a:cs typeface="Arial"/>
              </a:defRPr>
            </a:lvl2pPr>
            <a:lvl3pPr>
              <a:defRPr sz="2325" b="1">
                <a:solidFill>
                  <a:srgbClr val="102C3B"/>
                </a:solidFill>
                <a:latin typeface="Arial"/>
                <a:ea typeface="Arial"/>
                <a:cs typeface="Arial"/>
              </a:defRPr>
            </a:lvl3pPr>
            <a:lvl4pPr>
              <a:defRPr sz="2325" b="1">
                <a:solidFill>
                  <a:srgbClr val="102C3B"/>
                </a:solidFill>
                <a:latin typeface="Arial"/>
                <a:ea typeface="Arial"/>
                <a:cs typeface="Arial"/>
              </a:defRPr>
            </a:lvl4pPr>
            <a:lvl5pPr>
              <a:defRPr sz="2325" b="1">
                <a:solidFill>
                  <a:srgbClr val="102C3B"/>
                </a:solidFill>
                <a:latin typeface="Arial"/>
                <a:ea typeface="Arial"/>
                <a:cs typeface="Arial"/>
              </a:defRPr>
            </a:lvl5pPr>
            <a:lvl6pPr>
              <a:defRPr sz="2325" b="1">
                <a:solidFill>
                  <a:srgbClr val="102C3B"/>
                </a:solidFill>
                <a:latin typeface="Arial"/>
                <a:ea typeface="Arial"/>
                <a:cs typeface="Arial"/>
              </a:defRPr>
            </a:lvl6pPr>
            <a:lvl7pPr>
              <a:defRPr sz="2325" b="1">
                <a:solidFill>
                  <a:srgbClr val="102C3B"/>
                </a:solidFill>
                <a:latin typeface="Arial"/>
                <a:ea typeface="Arial"/>
                <a:cs typeface="Arial"/>
              </a:defRPr>
            </a:lvl7pPr>
            <a:lvl8pPr>
              <a:defRPr sz="2325" b="1">
                <a:solidFill>
                  <a:srgbClr val="102C3B"/>
                </a:solidFill>
                <a:latin typeface="Arial"/>
                <a:ea typeface="Arial"/>
                <a:cs typeface="Arial"/>
              </a:defRPr>
            </a:lvl8pPr>
            <a:lvl9pPr>
              <a:defRPr sz="2325" b="1">
                <a:solidFill>
                  <a:srgbClr val="102C3B"/>
                </a:solidFill>
                <a:latin typeface="Arial"/>
                <a:ea typeface="Arial"/>
                <a:cs typeface="Arial"/>
              </a:defRPr>
            </a:lvl9pPr>
          </a:lstStyle>
          <a:p xmlns:a="http://schemas.openxmlformats.org/drawingml/2006/main">
            <a:pPr>
              <a:defRPr sz="2325" b="1">
                <a:solidFill>
                  <a:srgbClr val="102C3B"/>
                </a:solidFill>
                <a:latin typeface="Arial"/>
                <a:ea typeface="Arial"/>
                <a:cs typeface="Arial"/>
              </a:defRPr>
            </a:pPr>
            <a:r>
              <a:rPr sz="2325" b="1">
                <a:solidFill>
                  <a:srgbClr val="102C3B"/>
                </a:solidFill>
                <a:latin typeface="Arial"/>
                <a:ea typeface="Arial"/>
                <a:cs typeface="Arial"/>
              </a:rPr>
              <a:t>Po naprawie</a:t>
            </a:r>
          </a:p>
        </p:txBody>
      </p:sp>
      <p:sp>
        <p:nvSpPr>
          <p:cNvPr id="14" name="">
            <a:extLst xmlns:a="http://schemas.openxmlformats.org/drawingml/2006/main">
              <a:ext uri="{FF2B5EF4-FFF2-40B4-BE49-F238E27FC236}">
                <a16:creationId xmlns:a16="http://schemas.microsoft.com/office/drawing/2014/main" id="{D72CB943-8BB3-4A4B-959D-77E821BB11E2}"/>
              </a:ext>
            </a:extLst>
          </p:cNvPr>
          <p:cNvSpPr>
            <a:spLocks xmlns:a="http://schemas.openxmlformats.org/drawingml/2006/main" noGrp="1"/>
          </p:cNvSpPr>
          <p:nvPr/>
        </p:nvSpPr>
        <p:spPr>
          <a:xfrm xmlns:a="http://schemas.openxmlformats.org/drawingml/2006/main">
            <a:off x="5381625" y="5076825"/>
            <a:ext cx="6048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Ponowny test i kontrola regresji.</a:t>
            </a:r>
          </a:p>
        </p:txBody>
      </p:sp>
    </p:spTree>
    <p:extLst>
      <p:ext uri="{BB962C8B-B14F-4D97-AF65-F5344CB8AC3E}">
        <p14:creationId xmlns:p14="http://schemas.microsoft.com/office/powerpoint/2010/main" val="49964011"/>
      </p:ext>
    </p:extLst>
  </p:cSld>
</p:sld>
</file>

<file path=ppt/slides/slide14.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57B6389-8CF6-4611-A9AD-59C3791691A1}"/>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F5F8F8"/>
                </a:solidFill>
                <a:latin typeface="Arial"/>
                <a:ea typeface="Arial"/>
                <a:cs typeface="Arial"/>
              </a:defRPr>
            </a:defPPr>
            <a:lvl1pPr>
              <a:defRPr sz="4350" b="1">
                <a:solidFill>
                  <a:srgbClr val="F5F8F8"/>
                </a:solidFill>
                <a:latin typeface="Arial"/>
                <a:ea typeface="Arial"/>
                <a:cs typeface="Arial"/>
              </a:defRPr>
            </a:lvl1pPr>
            <a:lvl2pPr>
              <a:defRPr sz="4350" b="1">
                <a:solidFill>
                  <a:srgbClr val="F5F8F8"/>
                </a:solidFill>
                <a:latin typeface="Arial"/>
                <a:ea typeface="Arial"/>
                <a:cs typeface="Arial"/>
              </a:defRPr>
            </a:lvl2pPr>
            <a:lvl3pPr>
              <a:defRPr sz="4350" b="1">
                <a:solidFill>
                  <a:srgbClr val="F5F8F8"/>
                </a:solidFill>
                <a:latin typeface="Arial"/>
                <a:ea typeface="Arial"/>
                <a:cs typeface="Arial"/>
              </a:defRPr>
            </a:lvl3pPr>
            <a:lvl4pPr>
              <a:defRPr sz="4350" b="1">
                <a:solidFill>
                  <a:srgbClr val="F5F8F8"/>
                </a:solidFill>
                <a:latin typeface="Arial"/>
                <a:ea typeface="Arial"/>
                <a:cs typeface="Arial"/>
              </a:defRPr>
            </a:lvl4pPr>
            <a:lvl5pPr>
              <a:defRPr sz="4350" b="1">
                <a:solidFill>
                  <a:srgbClr val="F5F8F8"/>
                </a:solidFill>
                <a:latin typeface="Arial"/>
                <a:ea typeface="Arial"/>
                <a:cs typeface="Arial"/>
              </a:defRPr>
            </a:lvl5pPr>
            <a:lvl6pPr>
              <a:defRPr sz="4350" b="1">
                <a:solidFill>
                  <a:srgbClr val="F5F8F8"/>
                </a:solidFill>
                <a:latin typeface="Arial"/>
                <a:ea typeface="Arial"/>
                <a:cs typeface="Arial"/>
              </a:defRPr>
            </a:lvl6pPr>
            <a:lvl7pPr>
              <a:defRPr sz="4350" b="1">
                <a:solidFill>
                  <a:srgbClr val="F5F8F8"/>
                </a:solidFill>
                <a:latin typeface="Arial"/>
                <a:ea typeface="Arial"/>
                <a:cs typeface="Arial"/>
              </a:defRPr>
            </a:lvl7pPr>
            <a:lvl8pPr>
              <a:defRPr sz="4350" b="1">
                <a:solidFill>
                  <a:srgbClr val="F5F8F8"/>
                </a:solidFill>
                <a:latin typeface="Arial"/>
                <a:ea typeface="Arial"/>
                <a:cs typeface="Arial"/>
              </a:defRPr>
            </a:lvl8pPr>
            <a:lvl9pPr>
              <a:defRPr sz="4350" b="1">
                <a:solidFill>
                  <a:srgbClr val="F5F8F8"/>
                </a:solidFill>
                <a:latin typeface="Arial"/>
                <a:ea typeface="Arial"/>
                <a:cs typeface="Arial"/>
              </a:defRPr>
            </a:lvl9pPr>
          </a:lstStyle>
          <a:p xmlns:a="http://schemas.openxmlformats.org/drawingml/2006/main">
            <a:pPr>
              <a:defRPr sz="4350" b="1">
                <a:solidFill>
                  <a:srgbClr val="F5F8F8"/>
                </a:solidFill>
                <a:latin typeface="Arial"/>
                <a:ea typeface="Arial"/>
                <a:cs typeface="Arial"/>
              </a:defRPr>
            </a:pPr>
            <a:r>
              <a:rPr sz="4350" b="1">
                <a:solidFill>
                  <a:srgbClr val="F5F8F8"/>
                </a:solidFill>
                <a:latin typeface="Arial"/>
                <a:ea typeface="Arial"/>
                <a:cs typeface="Arial"/>
              </a:rPr>
              <a:t>Monitoring i reakcja</a:t>
            </a:r>
          </a:p>
        </p:txBody>
      </p:sp>
      <p:sp>
        <p:nvSpPr>
          <p:cNvPr id="2" name="">
            <a:extLst xmlns:a="http://schemas.openxmlformats.org/drawingml/2006/main">
              <a:ext uri="{FF2B5EF4-FFF2-40B4-BE49-F238E27FC236}">
                <a16:creationId xmlns:a16="http://schemas.microsoft.com/office/drawing/2014/main" id="{BD43C767-A712-4686-BA4B-8C5958FA54A3}"/>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93C8652A-8AB0-41F6-814F-ED2CC7E255D6}"/>
              </a:ext>
            </a:extLst>
          </p:cNvPr>
          <p:cNvSpPr>
            <a:spLocks xmlns:a="http://schemas.openxmlformats.org/drawingml/2006/main" noGrp="1"/>
          </p:cNvSpPr>
          <p:nvPr/>
        </p:nvSpPr>
        <p:spPr>
          <a:xfrm xmlns:a="http://schemas.openxmlformats.org/drawingml/2006/main">
            <a:off x="628650" y="207645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Zdarzenie</a:t>
            </a:r>
          </a:p>
        </p:txBody>
      </p:sp>
      <p:sp>
        <p:nvSpPr>
          <p:cNvPr id="4" name="">
            <a:extLst xmlns:a="http://schemas.openxmlformats.org/drawingml/2006/main">
              <a:ext uri="{FF2B5EF4-FFF2-40B4-BE49-F238E27FC236}">
                <a16:creationId xmlns:a16="http://schemas.microsoft.com/office/drawing/2014/main" id="{1F5C3DC1-8BBC-4091-AD81-EF0FB0C9AA25}"/>
              </a:ext>
            </a:extLst>
          </p:cNvPr>
          <p:cNvSpPr>
            <a:spLocks xmlns:a="http://schemas.openxmlformats.org/drawingml/2006/main" noGrp="1"/>
          </p:cNvSpPr>
          <p:nvPr/>
        </p:nvSpPr>
        <p:spPr>
          <a:xfrm xmlns:a="http://schemas.openxmlformats.org/drawingml/2006/main">
            <a:off x="3771900" y="207645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Czas, identyfikator żądania, konto,</a:t>
            </a:r>
          </a:p>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endpoint i wynik.</a:t>
            </a:r>
          </a:p>
        </p:txBody>
      </p:sp>
      <p:sp>
        <p:nvSpPr>
          <p:cNvPr id="5" name="">
            <a:extLst xmlns:a="http://schemas.openxmlformats.org/drawingml/2006/main">
              <a:ext uri="{FF2B5EF4-FFF2-40B4-BE49-F238E27FC236}">
                <a16:creationId xmlns:a16="http://schemas.microsoft.com/office/drawing/2014/main" id="{16E5898E-29A9-437A-A3D0-6B93FF8EAA55}"/>
              </a:ext>
            </a:extLst>
          </p:cNvPr>
          <p:cNvSpPr>
            <a:spLocks xmlns:a="http://schemas.openxmlformats.org/drawingml/2006/main" noGrp="1"/>
          </p:cNvSpPr>
          <p:nvPr/>
        </p:nvSpPr>
        <p:spPr>
          <a:xfrm xmlns:a="http://schemas.openxmlformats.org/drawingml/2006/main">
            <a:off x="628650" y="338137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Sygnał ostrzegawczy</a:t>
            </a:r>
          </a:p>
        </p:txBody>
      </p:sp>
      <p:sp>
        <p:nvSpPr>
          <p:cNvPr id="6" name="">
            <a:extLst xmlns:a="http://schemas.openxmlformats.org/drawingml/2006/main">
              <a:ext uri="{FF2B5EF4-FFF2-40B4-BE49-F238E27FC236}">
                <a16:creationId xmlns:a16="http://schemas.microsoft.com/office/drawing/2014/main" id="{723A9D40-2B05-4C2C-9444-330F428F7BFB}"/>
              </a:ext>
            </a:extLst>
          </p:cNvPr>
          <p:cNvSpPr>
            <a:spLocks xmlns:a="http://schemas.openxmlformats.org/drawingml/2006/main" noGrp="1"/>
          </p:cNvSpPr>
          <p:nvPr/>
        </p:nvSpPr>
        <p:spPr>
          <a:xfrm xmlns:a="http://schemas.openxmlformats.org/drawingml/2006/main">
            <a:off x="3771900" y="3381375"/>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Wiele odmów dostępu i próby</a:t>
            </a:r>
          </a:p>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odczytu kolejnych obiektów.</a:t>
            </a:r>
          </a:p>
        </p:txBody>
      </p:sp>
      <p:sp>
        <p:nvSpPr>
          <p:cNvPr id="7" name="">
            <a:extLst xmlns:a="http://schemas.openxmlformats.org/drawingml/2006/main">
              <a:ext uri="{FF2B5EF4-FFF2-40B4-BE49-F238E27FC236}">
                <a16:creationId xmlns:a16="http://schemas.microsoft.com/office/drawing/2014/main" id="{C0610E00-5A99-4FF5-9A20-F50008860A5E}"/>
              </a:ext>
            </a:extLst>
          </p:cNvPr>
          <p:cNvSpPr>
            <a:spLocks xmlns:a="http://schemas.openxmlformats.org/drawingml/2006/main" noGrp="1"/>
          </p:cNvSpPr>
          <p:nvPr/>
        </p:nvSpPr>
        <p:spPr>
          <a:xfrm xmlns:a="http://schemas.openxmlformats.org/drawingml/2006/main">
            <a:off x="628650" y="468630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Reakcja</a:t>
            </a:r>
          </a:p>
        </p:txBody>
      </p:sp>
      <p:sp>
        <p:nvSpPr>
          <p:cNvPr id="8" name="">
            <a:extLst xmlns:a="http://schemas.openxmlformats.org/drawingml/2006/main">
              <a:ext uri="{FF2B5EF4-FFF2-40B4-BE49-F238E27FC236}">
                <a16:creationId xmlns:a16="http://schemas.microsoft.com/office/drawing/2014/main" id="{C2AAA8B7-83E4-45DF-A80C-F4229FD31013}"/>
              </a:ext>
            </a:extLst>
          </p:cNvPr>
          <p:cNvSpPr>
            <a:spLocks xmlns:a="http://schemas.openxmlformats.org/drawingml/2006/main" noGrp="1"/>
          </p:cNvSpPr>
          <p:nvPr/>
        </p:nvSpPr>
        <p:spPr>
          <a:xfrm xmlns:a="http://schemas.openxmlformats.org/drawingml/2006/main">
            <a:off x="3771900" y="468630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Analiza zakresu, ograniczenie ruchu,</a:t>
            </a:r>
          </a:p>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unieważnienie tokenu.</a:t>
            </a:r>
          </a:p>
        </p:txBody>
      </p:sp>
      <p:sp>
        <p:nvSpPr>
          <p:cNvPr id="9" name="">
            <a:extLst xmlns:a="http://schemas.openxmlformats.org/drawingml/2006/main">
              <a:ext uri="{FF2B5EF4-FFF2-40B4-BE49-F238E27FC236}">
                <a16:creationId xmlns:a16="http://schemas.microsoft.com/office/drawing/2014/main" id="{5A2CAC3E-4A70-456B-A5DF-1D8165817ED2}"/>
              </a:ext>
            </a:extLst>
          </p:cNvPr>
          <p:cNvSpPr>
            <a:spLocks xmlns:a="http://schemas.openxmlformats.org/drawingml/2006/main" noGrp="1"/>
          </p:cNvSpPr>
          <p:nvPr/>
        </p:nvSpPr>
        <p:spPr>
          <a:xfrm xmlns:a="http://schemas.openxmlformats.org/drawingml/2006/main">
            <a:off x="628650" y="6143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FF7869"/>
                </a:solidFill>
                <a:latin typeface="Arial"/>
                <a:ea typeface="Arial"/>
                <a:cs typeface="Arial"/>
              </a:defRPr>
            </a:defPPr>
            <a:lvl1pPr>
              <a:defRPr sz="1725" b="1">
                <a:solidFill>
                  <a:srgbClr val="FF7869"/>
                </a:solidFill>
                <a:latin typeface="Arial"/>
                <a:ea typeface="Arial"/>
                <a:cs typeface="Arial"/>
              </a:defRPr>
            </a:lvl1pPr>
            <a:lvl2pPr>
              <a:defRPr sz="1725" b="1">
                <a:solidFill>
                  <a:srgbClr val="FF7869"/>
                </a:solidFill>
                <a:latin typeface="Arial"/>
                <a:ea typeface="Arial"/>
                <a:cs typeface="Arial"/>
              </a:defRPr>
            </a:lvl2pPr>
            <a:lvl3pPr>
              <a:defRPr sz="1725" b="1">
                <a:solidFill>
                  <a:srgbClr val="FF7869"/>
                </a:solidFill>
                <a:latin typeface="Arial"/>
                <a:ea typeface="Arial"/>
                <a:cs typeface="Arial"/>
              </a:defRPr>
            </a:lvl3pPr>
            <a:lvl4pPr>
              <a:defRPr sz="1725" b="1">
                <a:solidFill>
                  <a:srgbClr val="FF7869"/>
                </a:solidFill>
                <a:latin typeface="Arial"/>
                <a:ea typeface="Arial"/>
                <a:cs typeface="Arial"/>
              </a:defRPr>
            </a:lvl4pPr>
            <a:lvl5pPr>
              <a:defRPr sz="1725" b="1">
                <a:solidFill>
                  <a:srgbClr val="FF7869"/>
                </a:solidFill>
                <a:latin typeface="Arial"/>
                <a:ea typeface="Arial"/>
                <a:cs typeface="Arial"/>
              </a:defRPr>
            </a:lvl5pPr>
            <a:lvl6pPr>
              <a:defRPr sz="1725" b="1">
                <a:solidFill>
                  <a:srgbClr val="FF7869"/>
                </a:solidFill>
                <a:latin typeface="Arial"/>
                <a:ea typeface="Arial"/>
                <a:cs typeface="Arial"/>
              </a:defRPr>
            </a:lvl6pPr>
            <a:lvl7pPr>
              <a:defRPr sz="1725" b="1">
                <a:solidFill>
                  <a:srgbClr val="FF7869"/>
                </a:solidFill>
                <a:latin typeface="Arial"/>
                <a:ea typeface="Arial"/>
                <a:cs typeface="Arial"/>
              </a:defRPr>
            </a:lvl7pPr>
            <a:lvl8pPr>
              <a:defRPr sz="1725" b="1">
                <a:solidFill>
                  <a:srgbClr val="FF7869"/>
                </a:solidFill>
                <a:latin typeface="Arial"/>
                <a:ea typeface="Arial"/>
                <a:cs typeface="Arial"/>
              </a:defRPr>
            </a:lvl8pPr>
            <a:lvl9pPr>
              <a:defRPr sz="1725" b="1">
                <a:solidFill>
                  <a:srgbClr val="FF7869"/>
                </a:solidFill>
                <a:latin typeface="Arial"/>
                <a:ea typeface="Arial"/>
                <a:cs typeface="Arial"/>
              </a:defRPr>
            </a:lvl9pPr>
          </a:lstStyle>
          <a:p xmlns:a="http://schemas.openxmlformats.org/drawingml/2006/main">
            <a:pPr>
              <a:defRPr sz="1725" b="1">
                <a:solidFill>
                  <a:srgbClr val="FF7869"/>
                </a:solidFill>
                <a:latin typeface="Arial"/>
                <a:ea typeface="Arial"/>
                <a:cs typeface="Arial"/>
              </a:defRPr>
            </a:pPr>
            <a:r>
              <a:rPr sz="1725" b="1">
                <a:solidFill>
                  <a:srgbClr val="FF7869"/>
                </a:solidFill>
                <a:latin typeface="Arial"/>
                <a:ea typeface="Arial"/>
                <a:cs typeface="Arial"/>
              </a:rPr>
              <a:t>Bez haseł, sekretów i pełnych tokenów w logach.</a:t>
            </a:r>
          </a:p>
        </p:txBody>
      </p:sp>
    </p:spTree>
    <p:extLst>
      <p:ext uri="{BB962C8B-B14F-4D97-AF65-F5344CB8AC3E}">
        <p14:creationId xmlns:p14="http://schemas.microsoft.com/office/powerpoint/2010/main" val="148608855"/>
      </p:ext>
    </p:extLst>
  </p:cSld>
</p:sld>
</file>

<file path=ppt/slides/slide1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540D97-83DD-40EC-B4C8-5B244E5AF57E}"/>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125" b="1">
                <a:solidFill>
                  <a:srgbClr val="F5F8F8"/>
                </a:solidFill>
                <a:latin typeface="Arial"/>
                <a:ea typeface="Arial"/>
                <a:cs typeface="Arial"/>
              </a:defRPr>
            </a:defPPr>
            <a:lvl1pPr>
              <a:defRPr sz="4125" b="1">
                <a:solidFill>
                  <a:srgbClr val="F5F8F8"/>
                </a:solidFill>
                <a:latin typeface="Arial"/>
                <a:ea typeface="Arial"/>
                <a:cs typeface="Arial"/>
              </a:defRPr>
            </a:lvl1pPr>
            <a:lvl2pPr>
              <a:defRPr sz="4125" b="1">
                <a:solidFill>
                  <a:srgbClr val="F5F8F8"/>
                </a:solidFill>
                <a:latin typeface="Arial"/>
                <a:ea typeface="Arial"/>
                <a:cs typeface="Arial"/>
              </a:defRPr>
            </a:lvl2pPr>
            <a:lvl3pPr>
              <a:defRPr sz="4125" b="1">
                <a:solidFill>
                  <a:srgbClr val="F5F8F8"/>
                </a:solidFill>
                <a:latin typeface="Arial"/>
                <a:ea typeface="Arial"/>
                <a:cs typeface="Arial"/>
              </a:defRPr>
            </a:lvl3pPr>
            <a:lvl4pPr>
              <a:defRPr sz="4125" b="1">
                <a:solidFill>
                  <a:srgbClr val="F5F8F8"/>
                </a:solidFill>
                <a:latin typeface="Arial"/>
                <a:ea typeface="Arial"/>
                <a:cs typeface="Arial"/>
              </a:defRPr>
            </a:lvl4pPr>
            <a:lvl5pPr>
              <a:defRPr sz="4125" b="1">
                <a:solidFill>
                  <a:srgbClr val="F5F8F8"/>
                </a:solidFill>
                <a:latin typeface="Arial"/>
                <a:ea typeface="Arial"/>
                <a:cs typeface="Arial"/>
              </a:defRPr>
            </a:lvl5pPr>
            <a:lvl6pPr>
              <a:defRPr sz="4125" b="1">
                <a:solidFill>
                  <a:srgbClr val="F5F8F8"/>
                </a:solidFill>
                <a:latin typeface="Arial"/>
                <a:ea typeface="Arial"/>
                <a:cs typeface="Arial"/>
              </a:defRPr>
            </a:lvl6pPr>
            <a:lvl7pPr>
              <a:defRPr sz="4125" b="1">
                <a:solidFill>
                  <a:srgbClr val="F5F8F8"/>
                </a:solidFill>
                <a:latin typeface="Arial"/>
                <a:ea typeface="Arial"/>
                <a:cs typeface="Arial"/>
              </a:defRPr>
            </a:lvl7pPr>
            <a:lvl8pPr>
              <a:defRPr sz="4125" b="1">
                <a:solidFill>
                  <a:srgbClr val="F5F8F8"/>
                </a:solidFill>
                <a:latin typeface="Arial"/>
                <a:ea typeface="Arial"/>
                <a:cs typeface="Arial"/>
              </a:defRPr>
            </a:lvl8pPr>
            <a:lvl9pPr>
              <a:defRPr sz="4125" b="1">
                <a:solidFill>
                  <a:srgbClr val="F5F8F8"/>
                </a:solidFill>
                <a:latin typeface="Arial"/>
                <a:ea typeface="Arial"/>
                <a:cs typeface="Arial"/>
              </a:defRPr>
            </a:lvl9pPr>
          </a:lstStyle>
          <a:p xmlns:a="http://schemas.openxmlformats.org/drawingml/2006/main">
            <a:pPr>
              <a:defRPr sz="4125" b="1">
                <a:solidFill>
                  <a:srgbClr val="F5F8F8"/>
                </a:solidFill>
                <a:latin typeface="Arial"/>
                <a:ea typeface="Arial"/>
                <a:cs typeface="Arial"/>
              </a:defRPr>
            </a:pPr>
            <a:r>
              <a:rPr sz="4125" b="1">
                <a:solidFill>
                  <a:srgbClr val="F5F8F8"/>
                </a:solidFill>
                <a:latin typeface="Arial"/>
                <a:ea typeface="Arial"/>
                <a:cs typeface="Arial"/>
              </a:rPr>
              <a:t>Autoryzacja w praktyce</a:t>
            </a:r>
          </a:p>
        </p:txBody>
      </p:sp>
      <p:sp>
        <p:nvSpPr>
          <p:cNvPr id="2" name="">
            <a:extLst xmlns:a="http://schemas.openxmlformats.org/drawingml/2006/main">
              <a:ext uri="{FF2B5EF4-FFF2-40B4-BE49-F238E27FC236}">
                <a16:creationId xmlns:a16="http://schemas.microsoft.com/office/drawing/2014/main" id="{94AEFD76-FD00-44AC-A953-9E7AE713FE83}"/>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281FE324-3631-4CCD-99FD-3BE0CA50A4C4}"/>
              </a:ext>
            </a:extLst>
          </p:cNvPr>
          <p:cNvSpPr>
            <a:spLocks xmlns:a="http://schemas.openxmlformats.org/drawingml/2006/main" noGrp="1"/>
          </p:cNvSpPr>
          <p:nvPr/>
        </p:nvSpPr>
        <p:spPr>
          <a:xfrm xmlns:a="http://schemas.openxmlformats.org/drawingml/2006/main">
            <a:off x="628650" y="207645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Żądanie</a:t>
            </a:r>
          </a:p>
        </p:txBody>
      </p:sp>
      <p:sp>
        <p:nvSpPr>
          <p:cNvPr id="4" name="">
            <a:extLst xmlns:a="http://schemas.openxmlformats.org/drawingml/2006/main">
              <a:ext uri="{FF2B5EF4-FFF2-40B4-BE49-F238E27FC236}">
                <a16:creationId xmlns:a16="http://schemas.microsoft.com/office/drawing/2014/main" id="{0610D5CF-59BD-4907-BB87-27D32BC015D8}"/>
              </a:ext>
            </a:extLst>
          </p:cNvPr>
          <p:cNvSpPr>
            <a:spLocks xmlns:a="http://schemas.openxmlformats.org/drawingml/2006/main" noGrp="1"/>
          </p:cNvSpPr>
          <p:nvPr/>
        </p:nvSpPr>
        <p:spPr>
          <a:xfrm xmlns:a="http://schemas.openxmlformats.org/drawingml/2006/main">
            <a:off x="3771900" y="207645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Anna odczytuje /orders/205.</a:t>
            </a:r>
          </a:p>
        </p:txBody>
      </p:sp>
      <p:sp>
        <p:nvSpPr>
          <p:cNvPr id="5" name="">
            <a:extLst xmlns:a="http://schemas.openxmlformats.org/drawingml/2006/main">
              <a:ext uri="{FF2B5EF4-FFF2-40B4-BE49-F238E27FC236}">
                <a16:creationId xmlns:a16="http://schemas.microsoft.com/office/drawing/2014/main" id="{4F13A415-4D3E-43A0-A5C0-F1072729EC68}"/>
              </a:ext>
            </a:extLst>
          </p:cNvPr>
          <p:cNvSpPr>
            <a:spLocks xmlns:a="http://schemas.openxmlformats.org/drawingml/2006/main" noGrp="1"/>
          </p:cNvSpPr>
          <p:nvPr/>
        </p:nvSpPr>
        <p:spPr>
          <a:xfrm xmlns:a="http://schemas.openxmlformats.org/drawingml/2006/main">
            <a:off x="628650" y="3286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Decyzja serwera</a:t>
            </a:r>
          </a:p>
        </p:txBody>
      </p:sp>
      <p:sp>
        <p:nvSpPr>
          <p:cNvPr id="6" name="">
            <a:extLst xmlns:a="http://schemas.openxmlformats.org/drawingml/2006/main">
              <a:ext uri="{FF2B5EF4-FFF2-40B4-BE49-F238E27FC236}">
                <a16:creationId xmlns:a16="http://schemas.microsoft.com/office/drawing/2014/main" id="{78521007-2F64-42F9-B7C9-5158C2121964}"/>
              </a:ext>
            </a:extLst>
          </p:cNvPr>
          <p:cNvSpPr>
            <a:spLocks xmlns:a="http://schemas.openxmlformats.org/drawingml/2006/main" noGrp="1"/>
          </p:cNvSpPr>
          <p:nvPr/>
        </p:nvSpPr>
        <p:spPr>
          <a:xfrm xmlns:a="http://schemas.openxmlformats.org/drawingml/2006/main">
            <a:off x="3771900" y="3286125"/>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Kontrola uprawnień Anny</a:t>
            </a:r>
          </a:p>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do wskazanego zamówienia.</a:t>
            </a:r>
          </a:p>
        </p:txBody>
      </p:sp>
      <p:sp>
        <p:nvSpPr>
          <p:cNvPr id="7" name="">
            <a:extLst xmlns:a="http://schemas.openxmlformats.org/drawingml/2006/main">
              <a:ext uri="{FF2B5EF4-FFF2-40B4-BE49-F238E27FC236}">
                <a16:creationId xmlns:a16="http://schemas.microsoft.com/office/drawing/2014/main" id="{E4925FA9-B0AC-455D-B8C6-AAAB579C3698}"/>
              </a:ext>
            </a:extLst>
          </p:cNvPr>
          <p:cNvSpPr>
            <a:spLocks xmlns:a="http://schemas.openxmlformats.org/drawingml/2006/main" noGrp="1"/>
          </p:cNvSpPr>
          <p:nvPr/>
        </p:nvSpPr>
        <p:spPr>
          <a:xfrm xmlns:a="http://schemas.openxmlformats.org/drawingml/2006/main">
            <a:off x="628650" y="4591050"/>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59E4CB"/>
                </a:solidFill>
                <a:latin typeface="Arial"/>
                <a:ea typeface="Arial"/>
                <a:cs typeface="Arial"/>
              </a:defRPr>
            </a:defPPr>
            <a:lvl1pPr>
              <a:defRPr sz="2175" b="1">
                <a:solidFill>
                  <a:srgbClr val="59E4CB"/>
                </a:solidFill>
                <a:latin typeface="Arial"/>
                <a:ea typeface="Arial"/>
                <a:cs typeface="Arial"/>
              </a:defRPr>
            </a:lvl1pPr>
            <a:lvl2pPr>
              <a:defRPr sz="2175" b="1">
                <a:solidFill>
                  <a:srgbClr val="59E4CB"/>
                </a:solidFill>
                <a:latin typeface="Arial"/>
                <a:ea typeface="Arial"/>
                <a:cs typeface="Arial"/>
              </a:defRPr>
            </a:lvl2pPr>
            <a:lvl3pPr>
              <a:defRPr sz="2175" b="1">
                <a:solidFill>
                  <a:srgbClr val="59E4CB"/>
                </a:solidFill>
                <a:latin typeface="Arial"/>
                <a:ea typeface="Arial"/>
                <a:cs typeface="Arial"/>
              </a:defRPr>
            </a:lvl3pPr>
            <a:lvl4pPr>
              <a:defRPr sz="2175" b="1">
                <a:solidFill>
                  <a:srgbClr val="59E4CB"/>
                </a:solidFill>
                <a:latin typeface="Arial"/>
                <a:ea typeface="Arial"/>
                <a:cs typeface="Arial"/>
              </a:defRPr>
            </a:lvl4pPr>
            <a:lvl5pPr>
              <a:defRPr sz="2175" b="1">
                <a:solidFill>
                  <a:srgbClr val="59E4CB"/>
                </a:solidFill>
                <a:latin typeface="Arial"/>
                <a:ea typeface="Arial"/>
                <a:cs typeface="Arial"/>
              </a:defRPr>
            </a:lvl5pPr>
            <a:lvl6pPr>
              <a:defRPr sz="2175" b="1">
                <a:solidFill>
                  <a:srgbClr val="59E4CB"/>
                </a:solidFill>
                <a:latin typeface="Arial"/>
                <a:ea typeface="Arial"/>
                <a:cs typeface="Arial"/>
              </a:defRPr>
            </a:lvl6pPr>
            <a:lvl7pPr>
              <a:defRPr sz="2175" b="1">
                <a:solidFill>
                  <a:srgbClr val="59E4CB"/>
                </a:solidFill>
                <a:latin typeface="Arial"/>
                <a:ea typeface="Arial"/>
                <a:cs typeface="Arial"/>
              </a:defRPr>
            </a:lvl7pPr>
            <a:lvl8pPr>
              <a:defRPr sz="2175" b="1">
                <a:solidFill>
                  <a:srgbClr val="59E4CB"/>
                </a:solidFill>
                <a:latin typeface="Arial"/>
                <a:ea typeface="Arial"/>
                <a:cs typeface="Arial"/>
              </a:defRPr>
            </a:lvl8pPr>
            <a:lvl9pPr>
              <a:defRPr sz="2175" b="1">
                <a:solidFill>
                  <a:srgbClr val="59E4CB"/>
                </a:solidFill>
                <a:latin typeface="Arial"/>
                <a:ea typeface="Arial"/>
                <a:cs typeface="Arial"/>
              </a:defRPr>
            </a:lvl9pPr>
          </a:lstStyle>
          <a:p xmlns:a="http://schemas.openxmlformats.org/drawingml/2006/main">
            <a:pPr>
              <a:defRPr sz="2175" b="1">
                <a:solidFill>
                  <a:srgbClr val="59E4CB"/>
                </a:solidFill>
                <a:latin typeface="Arial"/>
                <a:ea typeface="Arial"/>
                <a:cs typeface="Arial"/>
              </a:defRPr>
            </a:pPr>
            <a:r>
              <a:rPr sz="2175" b="1">
                <a:solidFill>
                  <a:srgbClr val="59E4CB"/>
                </a:solidFill>
                <a:latin typeface="Arial"/>
                <a:ea typeface="Arial"/>
                <a:cs typeface="Arial"/>
              </a:rPr>
              <a:t>Brak uprawnień</a:t>
            </a:r>
          </a:p>
        </p:txBody>
      </p:sp>
      <p:sp>
        <p:nvSpPr>
          <p:cNvPr id="8" name="">
            <a:extLst xmlns:a="http://schemas.openxmlformats.org/drawingml/2006/main">
              <a:ext uri="{FF2B5EF4-FFF2-40B4-BE49-F238E27FC236}">
                <a16:creationId xmlns:a16="http://schemas.microsoft.com/office/drawing/2014/main" id="{330D046C-96B9-41B1-9B01-23E9128936AF}"/>
              </a:ext>
            </a:extLst>
          </p:cNvPr>
          <p:cNvSpPr>
            <a:spLocks xmlns:a="http://schemas.openxmlformats.org/drawingml/2006/main" noGrp="1"/>
          </p:cNvSpPr>
          <p:nvPr/>
        </p:nvSpPr>
        <p:spPr>
          <a:xfrm xmlns:a="http://schemas.openxmlformats.org/drawingml/2006/main">
            <a:off x="3771900" y="459105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F5F8F8"/>
                </a:solidFill>
                <a:latin typeface="Arial"/>
                <a:ea typeface="Arial"/>
                <a:cs typeface="Arial"/>
              </a:defRPr>
            </a:defPPr>
            <a:lvl1pPr>
              <a:defRPr sz="2025" b="0">
                <a:solidFill>
                  <a:srgbClr val="F5F8F8"/>
                </a:solidFill>
                <a:latin typeface="Arial"/>
                <a:ea typeface="Arial"/>
                <a:cs typeface="Arial"/>
              </a:defRPr>
            </a:lvl1pPr>
            <a:lvl2pPr>
              <a:defRPr sz="2025" b="0">
                <a:solidFill>
                  <a:srgbClr val="F5F8F8"/>
                </a:solidFill>
                <a:latin typeface="Arial"/>
                <a:ea typeface="Arial"/>
                <a:cs typeface="Arial"/>
              </a:defRPr>
            </a:lvl2pPr>
            <a:lvl3pPr>
              <a:defRPr sz="2025" b="0">
                <a:solidFill>
                  <a:srgbClr val="F5F8F8"/>
                </a:solidFill>
                <a:latin typeface="Arial"/>
                <a:ea typeface="Arial"/>
                <a:cs typeface="Arial"/>
              </a:defRPr>
            </a:lvl3pPr>
            <a:lvl4pPr>
              <a:defRPr sz="2025" b="0">
                <a:solidFill>
                  <a:srgbClr val="F5F8F8"/>
                </a:solidFill>
                <a:latin typeface="Arial"/>
                <a:ea typeface="Arial"/>
                <a:cs typeface="Arial"/>
              </a:defRPr>
            </a:lvl4pPr>
            <a:lvl5pPr>
              <a:defRPr sz="2025" b="0">
                <a:solidFill>
                  <a:srgbClr val="F5F8F8"/>
                </a:solidFill>
                <a:latin typeface="Arial"/>
                <a:ea typeface="Arial"/>
                <a:cs typeface="Arial"/>
              </a:defRPr>
            </a:lvl5pPr>
            <a:lvl6pPr>
              <a:defRPr sz="2025" b="0">
                <a:solidFill>
                  <a:srgbClr val="F5F8F8"/>
                </a:solidFill>
                <a:latin typeface="Arial"/>
                <a:ea typeface="Arial"/>
                <a:cs typeface="Arial"/>
              </a:defRPr>
            </a:lvl6pPr>
            <a:lvl7pPr>
              <a:defRPr sz="2025" b="0">
                <a:solidFill>
                  <a:srgbClr val="F5F8F8"/>
                </a:solidFill>
                <a:latin typeface="Arial"/>
                <a:ea typeface="Arial"/>
                <a:cs typeface="Arial"/>
              </a:defRPr>
            </a:lvl7pPr>
            <a:lvl8pPr>
              <a:defRPr sz="2025" b="0">
                <a:solidFill>
                  <a:srgbClr val="F5F8F8"/>
                </a:solidFill>
                <a:latin typeface="Arial"/>
                <a:ea typeface="Arial"/>
                <a:cs typeface="Arial"/>
              </a:defRPr>
            </a:lvl8pPr>
            <a:lvl9pPr>
              <a:defRPr sz="2025" b="0">
                <a:solidFill>
                  <a:srgbClr val="F5F8F8"/>
                </a:solidFill>
                <a:latin typeface="Arial"/>
                <a:ea typeface="Arial"/>
                <a:cs typeface="Arial"/>
              </a:defRPr>
            </a:lvl9pPr>
          </a:lstStyle>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Odmowa dostępu bez ujawniania</a:t>
            </a:r>
          </a:p>
          <a:p xmlns:a="http://schemas.openxmlformats.org/drawingml/2006/main">
            <a:pPr>
              <a:defRPr sz="2025" b="0">
                <a:solidFill>
                  <a:srgbClr val="F5F8F8"/>
                </a:solidFill>
                <a:latin typeface="Arial"/>
                <a:ea typeface="Arial"/>
                <a:cs typeface="Arial"/>
              </a:defRPr>
            </a:pPr>
            <a:r>
              <a:rPr sz="2025" b="0">
                <a:solidFill>
                  <a:srgbClr val="F5F8F8"/>
                </a:solidFill>
                <a:latin typeface="Arial"/>
                <a:ea typeface="Arial"/>
                <a:cs typeface="Arial"/>
              </a:rPr>
              <a:t>danych zamówienia.</a:t>
            </a:r>
          </a:p>
        </p:txBody>
      </p:sp>
      <p:sp>
        <p:nvSpPr>
          <p:cNvPr id="9" name="">
            <a:extLst xmlns:a="http://schemas.openxmlformats.org/drawingml/2006/main">
              <a:ext uri="{FF2B5EF4-FFF2-40B4-BE49-F238E27FC236}">
                <a16:creationId xmlns:a16="http://schemas.microsoft.com/office/drawing/2014/main" id="{B26BE93A-F6E8-42BA-AB99-76A0DB9F38BE}"/>
              </a:ext>
            </a:extLst>
          </p:cNvPr>
          <p:cNvSpPr>
            <a:spLocks xmlns:a="http://schemas.openxmlformats.org/drawingml/2006/main" noGrp="1"/>
          </p:cNvSpPr>
          <p:nvPr/>
        </p:nvSpPr>
        <p:spPr>
          <a:xfrm xmlns:a="http://schemas.openxmlformats.org/drawingml/2006/main">
            <a:off x="628650" y="6067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59E4CB"/>
                </a:solidFill>
                <a:latin typeface="Arial"/>
                <a:ea typeface="Arial"/>
                <a:cs typeface="Arial"/>
              </a:defRPr>
            </a:defPPr>
            <a:lvl1pPr>
              <a:defRPr sz="1725" b="1">
                <a:solidFill>
                  <a:srgbClr val="59E4CB"/>
                </a:solidFill>
                <a:latin typeface="Arial"/>
                <a:ea typeface="Arial"/>
                <a:cs typeface="Arial"/>
              </a:defRPr>
            </a:lvl1pPr>
            <a:lvl2pPr>
              <a:defRPr sz="1725" b="1">
                <a:solidFill>
                  <a:srgbClr val="59E4CB"/>
                </a:solidFill>
                <a:latin typeface="Arial"/>
                <a:ea typeface="Arial"/>
                <a:cs typeface="Arial"/>
              </a:defRPr>
            </a:lvl2pPr>
            <a:lvl3pPr>
              <a:defRPr sz="1725" b="1">
                <a:solidFill>
                  <a:srgbClr val="59E4CB"/>
                </a:solidFill>
                <a:latin typeface="Arial"/>
                <a:ea typeface="Arial"/>
                <a:cs typeface="Arial"/>
              </a:defRPr>
            </a:lvl3pPr>
            <a:lvl4pPr>
              <a:defRPr sz="1725" b="1">
                <a:solidFill>
                  <a:srgbClr val="59E4CB"/>
                </a:solidFill>
                <a:latin typeface="Arial"/>
                <a:ea typeface="Arial"/>
                <a:cs typeface="Arial"/>
              </a:defRPr>
            </a:lvl4pPr>
            <a:lvl5pPr>
              <a:defRPr sz="1725" b="1">
                <a:solidFill>
                  <a:srgbClr val="59E4CB"/>
                </a:solidFill>
                <a:latin typeface="Arial"/>
                <a:ea typeface="Arial"/>
                <a:cs typeface="Arial"/>
              </a:defRPr>
            </a:lvl5pPr>
            <a:lvl6pPr>
              <a:defRPr sz="1725" b="1">
                <a:solidFill>
                  <a:srgbClr val="59E4CB"/>
                </a:solidFill>
                <a:latin typeface="Arial"/>
                <a:ea typeface="Arial"/>
                <a:cs typeface="Arial"/>
              </a:defRPr>
            </a:lvl6pPr>
            <a:lvl7pPr>
              <a:defRPr sz="1725" b="1">
                <a:solidFill>
                  <a:srgbClr val="59E4CB"/>
                </a:solidFill>
                <a:latin typeface="Arial"/>
                <a:ea typeface="Arial"/>
                <a:cs typeface="Arial"/>
              </a:defRPr>
            </a:lvl7pPr>
            <a:lvl8pPr>
              <a:defRPr sz="1725" b="1">
                <a:solidFill>
                  <a:srgbClr val="59E4CB"/>
                </a:solidFill>
                <a:latin typeface="Arial"/>
                <a:ea typeface="Arial"/>
                <a:cs typeface="Arial"/>
              </a:defRPr>
            </a:lvl8pPr>
            <a:lvl9pPr>
              <a:defRPr sz="1725" b="1">
                <a:solidFill>
                  <a:srgbClr val="59E4CB"/>
                </a:solidFill>
                <a:latin typeface="Arial"/>
                <a:ea typeface="Arial"/>
                <a:cs typeface="Arial"/>
              </a:defRPr>
            </a:lvl9pPr>
          </a:lstStyle>
          <a:p xmlns:a="http://schemas.openxmlformats.org/drawingml/2006/main">
            <a:pPr>
              <a:defRPr sz="1725" b="1">
                <a:solidFill>
                  <a:srgbClr val="59E4CB"/>
                </a:solidFill>
                <a:latin typeface="Arial"/>
                <a:ea typeface="Arial"/>
                <a:cs typeface="Arial"/>
              </a:defRPr>
            </a:pPr>
            <a:r>
              <a:rPr sz="1725" b="1">
                <a:solidFill>
                  <a:srgbClr val="59E4CB"/>
                </a:solidFill>
                <a:latin typeface="Arial"/>
                <a:ea typeface="Arial"/>
                <a:cs typeface="Arial"/>
              </a:rPr>
              <a:t>Token i HTTPS uzupełniają kontrolę dostępu do obiektu.</a:t>
            </a:r>
          </a:p>
        </p:txBody>
      </p:sp>
    </p:spTree>
    <p:extLst>
      <p:ext uri="{BB962C8B-B14F-4D97-AF65-F5344CB8AC3E}">
        <p14:creationId xmlns:p14="http://schemas.microsoft.com/office/powerpoint/2010/main" val="579377233"/>
      </p:ext>
    </p:extLst>
  </p:cSld>
</p:sld>
</file>

<file path=ppt/slides/slide16.xml><?xml version="1.0" encoding="utf-8"?>
<p:sld xmlns:p="http://schemas.openxmlformats.org/presentationml/2006/main">
  <p:cSld>
    <p:bg>
      <p:bgPr>
        <a:solidFill xmlns:a="http://schemas.openxmlformats.org/drawingml/2006/main">
          <a:srgbClr val="F3F6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D2D0B1B-C353-4070-BD34-1268122C221A}"/>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350" b="1">
                <a:solidFill>
                  <a:srgbClr val="102C3B"/>
                </a:solidFill>
                <a:latin typeface="Arial"/>
                <a:ea typeface="Arial"/>
                <a:cs typeface="Arial"/>
              </a:defRPr>
            </a:defPPr>
            <a:lvl1pPr>
              <a:defRPr sz="4350" b="1">
                <a:solidFill>
                  <a:srgbClr val="102C3B"/>
                </a:solidFill>
                <a:latin typeface="Arial"/>
                <a:ea typeface="Arial"/>
                <a:cs typeface="Arial"/>
              </a:defRPr>
            </a:lvl1pPr>
            <a:lvl2pPr>
              <a:defRPr sz="4350" b="1">
                <a:solidFill>
                  <a:srgbClr val="102C3B"/>
                </a:solidFill>
                <a:latin typeface="Arial"/>
                <a:ea typeface="Arial"/>
                <a:cs typeface="Arial"/>
              </a:defRPr>
            </a:lvl2pPr>
            <a:lvl3pPr>
              <a:defRPr sz="4350" b="1">
                <a:solidFill>
                  <a:srgbClr val="102C3B"/>
                </a:solidFill>
                <a:latin typeface="Arial"/>
                <a:ea typeface="Arial"/>
                <a:cs typeface="Arial"/>
              </a:defRPr>
            </a:lvl3pPr>
            <a:lvl4pPr>
              <a:defRPr sz="4350" b="1">
                <a:solidFill>
                  <a:srgbClr val="102C3B"/>
                </a:solidFill>
                <a:latin typeface="Arial"/>
                <a:ea typeface="Arial"/>
                <a:cs typeface="Arial"/>
              </a:defRPr>
            </a:lvl4pPr>
            <a:lvl5pPr>
              <a:defRPr sz="4350" b="1">
                <a:solidFill>
                  <a:srgbClr val="102C3B"/>
                </a:solidFill>
                <a:latin typeface="Arial"/>
                <a:ea typeface="Arial"/>
                <a:cs typeface="Arial"/>
              </a:defRPr>
            </a:lvl5pPr>
            <a:lvl6pPr>
              <a:defRPr sz="4350" b="1">
                <a:solidFill>
                  <a:srgbClr val="102C3B"/>
                </a:solidFill>
                <a:latin typeface="Arial"/>
                <a:ea typeface="Arial"/>
                <a:cs typeface="Arial"/>
              </a:defRPr>
            </a:lvl6pPr>
            <a:lvl7pPr>
              <a:defRPr sz="4350" b="1">
                <a:solidFill>
                  <a:srgbClr val="102C3B"/>
                </a:solidFill>
                <a:latin typeface="Arial"/>
                <a:ea typeface="Arial"/>
                <a:cs typeface="Arial"/>
              </a:defRPr>
            </a:lvl7pPr>
            <a:lvl8pPr>
              <a:defRPr sz="4350" b="1">
                <a:solidFill>
                  <a:srgbClr val="102C3B"/>
                </a:solidFill>
                <a:latin typeface="Arial"/>
                <a:ea typeface="Arial"/>
                <a:cs typeface="Arial"/>
              </a:defRPr>
            </a:lvl8pPr>
            <a:lvl9pPr>
              <a:defRPr sz="4350" b="1">
                <a:solidFill>
                  <a:srgbClr val="102C3B"/>
                </a:solidFill>
                <a:latin typeface="Arial"/>
                <a:ea typeface="Arial"/>
                <a:cs typeface="Arial"/>
              </a:defRPr>
            </a:lvl9pPr>
          </a:lstStyle>
          <a:p xmlns:a="http://schemas.openxmlformats.org/drawingml/2006/main">
            <a:pPr>
              <a:defRPr sz="4350" b="1">
                <a:solidFill>
                  <a:srgbClr val="102C3B"/>
                </a:solidFill>
                <a:latin typeface="Arial"/>
                <a:ea typeface="Arial"/>
                <a:cs typeface="Arial"/>
              </a:defRPr>
            </a:pPr>
            <a:r>
              <a:rPr sz="4350" b="1">
                <a:solidFill>
                  <a:srgbClr val="102C3B"/>
                </a:solidFill>
                <a:latin typeface="Arial"/>
                <a:ea typeface="Arial"/>
                <a:cs typeface="Arial"/>
              </a:rPr>
              <a:t>Pierwsze kroki zespołu</a:t>
            </a:r>
          </a:p>
        </p:txBody>
      </p:sp>
      <p:sp>
        <p:nvSpPr>
          <p:cNvPr id="2" name="">
            <a:extLst xmlns:a="http://schemas.openxmlformats.org/drawingml/2006/main">
              <a:ext uri="{FF2B5EF4-FFF2-40B4-BE49-F238E27FC236}">
                <a16:creationId xmlns:a16="http://schemas.microsoft.com/office/drawing/2014/main" id="{7D868E43-B6DC-455C-ABD4-73109BF8B8C2}"/>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E7B"/>
                </a:solidFill>
                <a:latin typeface="Arial"/>
                <a:ea typeface="Arial"/>
                <a:cs typeface="Arial"/>
              </a:defRPr>
            </a:defPPr>
            <a:lvl1pPr>
              <a:defRPr sz="1350" b="0">
                <a:solidFill>
                  <a:srgbClr val="526E7B"/>
                </a:solidFill>
                <a:latin typeface="Arial"/>
                <a:ea typeface="Arial"/>
                <a:cs typeface="Arial"/>
              </a:defRPr>
            </a:lvl1pPr>
            <a:lvl2pPr>
              <a:defRPr sz="1350" b="0">
                <a:solidFill>
                  <a:srgbClr val="526E7B"/>
                </a:solidFill>
                <a:latin typeface="Arial"/>
                <a:ea typeface="Arial"/>
                <a:cs typeface="Arial"/>
              </a:defRPr>
            </a:lvl2pPr>
            <a:lvl3pPr>
              <a:defRPr sz="1350" b="0">
                <a:solidFill>
                  <a:srgbClr val="526E7B"/>
                </a:solidFill>
                <a:latin typeface="Arial"/>
                <a:ea typeface="Arial"/>
                <a:cs typeface="Arial"/>
              </a:defRPr>
            </a:lvl3pPr>
            <a:lvl4pPr>
              <a:defRPr sz="1350" b="0">
                <a:solidFill>
                  <a:srgbClr val="526E7B"/>
                </a:solidFill>
                <a:latin typeface="Arial"/>
                <a:ea typeface="Arial"/>
                <a:cs typeface="Arial"/>
              </a:defRPr>
            </a:lvl4pPr>
            <a:lvl5pPr>
              <a:defRPr sz="1350" b="0">
                <a:solidFill>
                  <a:srgbClr val="526E7B"/>
                </a:solidFill>
                <a:latin typeface="Arial"/>
                <a:ea typeface="Arial"/>
                <a:cs typeface="Arial"/>
              </a:defRPr>
            </a:lvl5pPr>
            <a:lvl6pPr>
              <a:defRPr sz="1350" b="0">
                <a:solidFill>
                  <a:srgbClr val="526E7B"/>
                </a:solidFill>
                <a:latin typeface="Arial"/>
                <a:ea typeface="Arial"/>
                <a:cs typeface="Arial"/>
              </a:defRPr>
            </a:lvl6pPr>
            <a:lvl7pPr>
              <a:defRPr sz="1350" b="0">
                <a:solidFill>
                  <a:srgbClr val="526E7B"/>
                </a:solidFill>
                <a:latin typeface="Arial"/>
                <a:ea typeface="Arial"/>
                <a:cs typeface="Arial"/>
              </a:defRPr>
            </a:lvl7pPr>
            <a:lvl8pPr>
              <a:defRPr sz="1350" b="0">
                <a:solidFill>
                  <a:srgbClr val="526E7B"/>
                </a:solidFill>
                <a:latin typeface="Arial"/>
                <a:ea typeface="Arial"/>
                <a:cs typeface="Arial"/>
              </a:defRPr>
            </a:lvl8pPr>
            <a:lvl9pPr>
              <a:defRPr sz="1350" b="0">
                <a:solidFill>
                  <a:srgbClr val="526E7B"/>
                </a:solidFill>
                <a:latin typeface="Arial"/>
                <a:ea typeface="Arial"/>
                <a:cs typeface="Arial"/>
              </a:defRPr>
            </a:lvl9pPr>
          </a:lstStyle>
          <a:p xmlns:a="http://schemas.openxmlformats.org/drawingml/2006/main">
            <a:pPr>
              <a:defRPr sz="1350" b="0">
                <a:solidFill>
                  <a:srgbClr val="526E7B"/>
                </a:solidFill>
                <a:latin typeface="Arial"/>
                <a:ea typeface="Arial"/>
                <a:cs typeface="Arial"/>
              </a:defRPr>
            </a:pPr>
            <a:r>
              <a:rPr sz="1350" b="0">
                <a:solidFill>
                  <a:srgbClr val="526E7B"/>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8ED1012B-B633-426F-A6F3-2190F690C455}"/>
              </a:ext>
            </a:extLst>
          </p:cNvPr>
          <p:cNvSpPr>
            <a:spLocks xmlns:a="http://schemas.openxmlformats.org/drawingml/2006/main" noGrp="1"/>
          </p:cNvSpPr>
          <p:nvPr/>
        </p:nvSpPr>
        <p:spPr>
          <a:xfrm xmlns:a="http://schemas.openxmlformats.org/drawingml/2006/main">
            <a:off x="628650" y="2038350"/>
            <a:ext cx="1095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725" b="1">
                <a:solidFill>
                  <a:srgbClr val="007C79"/>
                </a:solidFill>
                <a:latin typeface="Arial"/>
                <a:ea typeface="Arial"/>
                <a:cs typeface="Arial"/>
              </a:defRPr>
            </a:defPPr>
            <a:lvl1pPr>
              <a:defRPr sz="4725" b="1">
                <a:solidFill>
                  <a:srgbClr val="007C79"/>
                </a:solidFill>
                <a:latin typeface="Arial"/>
                <a:ea typeface="Arial"/>
                <a:cs typeface="Arial"/>
              </a:defRPr>
            </a:lvl1pPr>
            <a:lvl2pPr>
              <a:defRPr sz="4725" b="1">
                <a:solidFill>
                  <a:srgbClr val="007C79"/>
                </a:solidFill>
                <a:latin typeface="Arial"/>
                <a:ea typeface="Arial"/>
                <a:cs typeface="Arial"/>
              </a:defRPr>
            </a:lvl2pPr>
            <a:lvl3pPr>
              <a:defRPr sz="4725" b="1">
                <a:solidFill>
                  <a:srgbClr val="007C79"/>
                </a:solidFill>
                <a:latin typeface="Arial"/>
                <a:ea typeface="Arial"/>
                <a:cs typeface="Arial"/>
              </a:defRPr>
            </a:lvl3pPr>
            <a:lvl4pPr>
              <a:defRPr sz="4725" b="1">
                <a:solidFill>
                  <a:srgbClr val="007C79"/>
                </a:solidFill>
                <a:latin typeface="Arial"/>
                <a:ea typeface="Arial"/>
                <a:cs typeface="Arial"/>
              </a:defRPr>
            </a:lvl4pPr>
            <a:lvl5pPr>
              <a:defRPr sz="4725" b="1">
                <a:solidFill>
                  <a:srgbClr val="007C79"/>
                </a:solidFill>
                <a:latin typeface="Arial"/>
                <a:ea typeface="Arial"/>
                <a:cs typeface="Arial"/>
              </a:defRPr>
            </a:lvl5pPr>
            <a:lvl6pPr>
              <a:defRPr sz="4725" b="1">
                <a:solidFill>
                  <a:srgbClr val="007C79"/>
                </a:solidFill>
                <a:latin typeface="Arial"/>
                <a:ea typeface="Arial"/>
                <a:cs typeface="Arial"/>
              </a:defRPr>
            </a:lvl6pPr>
            <a:lvl7pPr>
              <a:defRPr sz="4725" b="1">
                <a:solidFill>
                  <a:srgbClr val="007C79"/>
                </a:solidFill>
                <a:latin typeface="Arial"/>
                <a:ea typeface="Arial"/>
                <a:cs typeface="Arial"/>
              </a:defRPr>
            </a:lvl7pPr>
            <a:lvl8pPr>
              <a:defRPr sz="4725" b="1">
                <a:solidFill>
                  <a:srgbClr val="007C79"/>
                </a:solidFill>
                <a:latin typeface="Arial"/>
                <a:ea typeface="Arial"/>
                <a:cs typeface="Arial"/>
              </a:defRPr>
            </a:lvl8pPr>
            <a:lvl9pPr>
              <a:defRPr sz="4725" b="1">
                <a:solidFill>
                  <a:srgbClr val="007C79"/>
                </a:solidFill>
                <a:latin typeface="Arial"/>
                <a:ea typeface="Arial"/>
                <a:cs typeface="Arial"/>
              </a:defRPr>
            </a:lvl9pPr>
          </a:lstStyle>
          <a:p xmlns:a="http://schemas.openxmlformats.org/drawingml/2006/main">
            <a:pPr>
              <a:defRPr sz="4725" b="1">
                <a:solidFill>
                  <a:srgbClr val="007C79"/>
                </a:solidFill>
                <a:latin typeface="Arial"/>
                <a:ea typeface="Arial"/>
                <a:cs typeface="Arial"/>
              </a:defRPr>
            </a:pPr>
            <a:r>
              <a:rPr sz="4725" b="1">
                <a:solidFill>
                  <a:srgbClr val="007C79"/>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136F861-68CD-4BAF-AC14-321BC6C71B07}"/>
              </a:ext>
            </a:extLst>
          </p:cNvPr>
          <p:cNvSpPr>
            <a:spLocks xmlns:a="http://schemas.openxmlformats.org/drawingml/2006/main" noGrp="1"/>
          </p:cNvSpPr>
          <p:nvPr/>
        </p:nvSpPr>
        <p:spPr>
          <a:xfrm xmlns:a="http://schemas.openxmlformats.org/drawingml/2006/main">
            <a:off x="1914525" y="20955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02C3B"/>
                </a:solidFill>
                <a:latin typeface="Arial"/>
                <a:ea typeface="Arial"/>
                <a:cs typeface="Arial"/>
              </a:defRPr>
            </a:defPPr>
            <a:lvl1pPr>
              <a:defRPr sz="2475" b="1">
                <a:solidFill>
                  <a:srgbClr val="102C3B"/>
                </a:solidFill>
                <a:latin typeface="Arial"/>
                <a:ea typeface="Arial"/>
                <a:cs typeface="Arial"/>
              </a:defRPr>
            </a:lvl1pPr>
            <a:lvl2pPr>
              <a:defRPr sz="2475" b="1">
                <a:solidFill>
                  <a:srgbClr val="102C3B"/>
                </a:solidFill>
                <a:latin typeface="Arial"/>
                <a:ea typeface="Arial"/>
                <a:cs typeface="Arial"/>
              </a:defRPr>
            </a:lvl2pPr>
            <a:lvl3pPr>
              <a:defRPr sz="2475" b="1">
                <a:solidFill>
                  <a:srgbClr val="102C3B"/>
                </a:solidFill>
                <a:latin typeface="Arial"/>
                <a:ea typeface="Arial"/>
                <a:cs typeface="Arial"/>
              </a:defRPr>
            </a:lvl3pPr>
            <a:lvl4pPr>
              <a:defRPr sz="2475" b="1">
                <a:solidFill>
                  <a:srgbClr val="102C3B"/>
                </a:solidFill>
                <a:latin typeface="Arial"/>
                <a:ea typeface="Arial"/>
                <a:cs typeface="Arial"/>
              </a:defRPr>
            </a:lvl4pPr>
            <a:lvl5pPr>
              <a:defRPr sz="2475" b="1">
                <a:solidFill>
                  <a:srgbClr val="102C3B"/>
                </a:solidFill>
                <a:latin typeface="Arial"/>
                <a:ea typeface="Arial"/>
                <a:cs typeface="Arial"/>
              </a:defRPr>
            </a:lvl5pPr>
            <a:lvl6pPr>
              <a:defRPr sz="2475" b="1">
                <a:solidFill>
                  <a:srgbClr val="102C3B"/>
                </a:solidFill>
                <a:latin typeface="Arial"/>
                <a:ea typeface="Arial"/>
                <a:cs typeface="Arial"/>
              </a:defRPr>
            </a:lvl6pPr>
            <a:lvl7pPr>
              <a:defRPr sz="2475" b="1">
                <a:solidFill>
                  <a:srgbClr val="102C3B"/>
                </a:solidFill>
                <a:latin typeface="Arial"/>
                <a:ea typeface="Arial"/>
                <a:cs typeface="Arial"/>
              </a:defRPr>
            </a:lvl7pPr>
            <a:lvl8pPr>
              <a:defRPr sz="2475" b="1">
                <a:solidFill>
                  <a:srgbClr val="102C3B"/>
                </a:solidFill>
                <a:latin typeface="Arial"/>
                <a:ea typeface="Arial"/>
                <a:cs typeface="Arial"/>
              </a:defRPr>
            </a:lvl8pPr>
            <a:lvl9pPr>
              <a:defRPr sz="2475" b="1">
                <a:solidFill>
                  <a:srgbClr val="102C3B"/>
                </a:solidFill>
                <a:latin typeface="Arial"/>
                <a:ea typeface="Arial"/>
                <a:cs typeface="Arial"/>
              </a:defRPr>
            </a:lvl9pPr>
          </a:lstStyle>
          <a:p xmlns:a="http://schemas.openxmlformats.org/drawingml/2006/main">
            <a:pPr>
              <a:defRPr sz="2475" b="1">
                <a:solidFill>
                  <a:srgbClr val="102C3B"/>
                </a:solidFill>
                <a:latin typeface="Arial"/>
                <a:ea typeface="Arial"/>
                <a:cs typeface="Arial"/>
              </a:defRPr>
            </a:pPr>
            <a:r>
              <a:rPr sz="2475" b="1">
                <a:solidFill>
                  <a:srgbClr val="102C3B"/>
                </a:solidFill>
                <a:latin typeface="Arial"/>
                <a:ea typeface="Arial"/>
                <a:cs typeface="Arial"/>
              </a:rPr>
              <a:t>Spis API</a:t>
            </a:r>
          </a:p>
        </p:txBody>
      </p:sp>
      <p:sp>
        <p:nvSpPr>
          <p:cNvPr id="5" name="">
            <a:extLst xmlns:a="http://schemas.openxmlformats.org/drawingml/2006/main">
              <a:ext uri="{FF2B5EF4-FFF2-40B4-BE49-F238E27FC236}">
                <a16:creationId xmlns:a16="http://schemas.microsoft.com/office/drawing/2014/main" id="{8D25D34B-0552-4755-B462-05B26091EA6D}"/>
              </a:ext>
            </a:extLst>
          </p:cNvPr>
          <p:cNvSpPr>
            <a:spLocks xmlns:a="http://schemas.openxmlformats.org/drawingml/2006/main" noGrp="1"/>
          </p:cNvSpPr>
          <p:nvPr/>
        </p:nvSpPr>
        <p:spPr>
          <a:xfrm xmlns:a="http://schemas.openxmlformats.org/drawingml/2006/main">
            <a:off x="1914525" y="2762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Właściciel i zakres danych</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dla każdego endpointu.</a:t>
            </a:r>
          </a:p>
        </p:txBody>
      </p:sp>
      <p:sp>
        <p:nvSpPr>
          <p:cNvPr id="6" name="">
            <a:extLst xmlns:a="http://schemas.openxmlformats.org/drawingml/2006/main">
              <a:ext uri="{FF2B5EF4-FFF2-40B4-BE49-F238E27FC236}">
                <a16:creationId xmlns:a16="http://schemas.microsoft.com/office/drawing/2014/main" id="{D05FBC5E-0050-441F-A389-F1CE069B6DE4}"/>
              </a:ext>
            </a:extLst>
          </p:cNvPr>
          <p:cNvSpPr>
            <a:spLocks xmlns:a="http://schemas.openxmlformats.org/drawingml/2006/main" noGrp="1"/>
          </p:cNvSpPr>
          <p:nvPr/>
        </p:nvSpPr>
        <p:spPr>
          <a:xfrm xmlns:a="http://schemas.openxmlformats.org/drawingml/2006/main">
            <a:off x="6610350" y="2038350"/>
            <a:ext cx="1095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725" b="1">
                <a:solidFill>
                  <a:srgbClr val="007C79"/>
                </a:solidFill>
                <a:latin typeface="Arial"/>
                <a:ea typeface="Arial"/>
                <a:cs typeface="Arial"/>
              </a:defRPr>
            </a:defPPr>
            <a:lvl1pPr>
              <a:defRPr sz="4725" b="1">
                <a:solidFill>
                  <a:srgbClr val="007C79"/>
                </a:solidFill>
                <a:latin typeface="Arial"/>
                <a:ea typeface="Arial"/>
                <a:cs typeface="Arial"/>
              </a:defRPr>
            </a:lvl1pPr>
            <a:lvl2pPr>
              <a:defRPr sz="4725" b="1">
                <a:solidFill>
                  <a:srgbClr val="007C79"/>
                </a:solidFill>
                <a:latin typeface="Arial"/>
                <a:ea typeface="Arial"/>
                <a:cs typeface="Arial"/>
              </a:defRPr>
            </a:lvl2pPr>
            <a:lvl3pPr>
              <a:defRPr sz="4725" b="1">
                <a:solidFill>
                  <a:srgbClr val="007C79"/>
                </a:solidFill>
                <a:latin typeface="Arial"/>
                <a:ea typeface="Arial"/>
                <a:cs typeface="Arial"/>
              </a:defRPr>
            </a:lvl3pPr>
            <a:lvl4pPr>
              <a:defRPr sz="4725" b="1">
                <a:solidFill>
                  <a:srgbClr val="007C79"/>
                </a:solidFill>
                <a:latin typeface="Arial"/>
                <a:ea typeface="Arial"/>
                <a:cs typeface="Arial"/>
              </a:defRPr>
            </a:lvl4pPr>
            <a:lvl5pPr>
              <a:defRPr sz="4725" b="1">
                <a:solidFill>
                  <a:srgbClr val="007C79"/>
                </a:solidFill>
                <a:latin typeface="Arial"/>
                <a:ea typeface="Arial"/>
                <a:cs typeface="Arial"/>
              </a:defRPr>
            </a:lvl5pPr>
            <a:lvl6pPr>
              <a:defRPr sz="4725" b="1">
                <a:solidFill>
                  <a:srgbClr val="007C79"/>
                </a:solidFill>
                <a:latin typeface="Arial"/>
                <a:ea typeface="Arial"/>
                <a:cs typeface="Arial"/>
              </a:defRPr>
            </a:lvl6pPr>
            <a:lvl7pPr>
              <a:defRPr sz="4725" b="1">
                <a:solidFill>
                  <a:srgbClr val="007C79"/>
                </a:solidFill>
                <a:latin typeface="Arial"/>
                <a:ea typeface="Arial"/>
                <a:cs typeface="Arial"/>
              </a:defRPr>
            </a:lvl7pPr>
            <a:lvl8pPr>
              <a:defRPr sz="4725" b="1">
                <a:solidFill>
                  <a:srgbClr val="007C79"/>
                </a:solidFill>
                <a:latin typeface="Arial"/>
                <a:ea typeface="Arial"/>
                <a:cs typeface="Arial"/>
              </a:defRPr>
            </a:lvl8pPr>
            <a:lvl9pPr>
              <a:defRPr sz="4725" b="1">
                <a:solidFill>
                  <a:srgbClr val="007C79"/>
                </a:solidFill>
                <a:latin typeface="Arial"/>
                <a:ea typeface="Arial"/>
                <a:cs typeface="Arial"/>
              </a:defRPr>
            </a:lvl9pPr>
          </a:lstStyle>
          <a:p xmlns:a="http://schemas.openxmlformats.org/drawingml/2006/main">
            <a:pPr>
              <a:defRPr sz="4725" b="1">
                <a:solidFill>
                  <a:srgbClr val="007C79"/>
                </a:solidFill>
                <a:latin typeface="Arial"/>
                <a:ea typeface="Arial"/>
                <a:cs typeface="Arial"/>
              </a:defRPr>
            </a:pPr>
            <a:r>
              <a:rPr sz="4725" b="1">
                <a:solidFill>
                  <a:srgbClr val="007C79"/>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2DB9DA4-CF51-4C15-8ACB-A46ADC087D93}"/>
              </a:ext>
            </a:extLst>
          </p:cNvPr>
          <p:cNvSpPr>
            <a:spLocks xmlns:a="http://schemas.openxmlformats.org/drawingml/2006/main" noGrp="1"/>
          </p:cNvSpPr>
          <p:nvPr/>
        </p:nvSpPr>
        <p:spPr>
          <a:xfrm xmlns:a="http://schemas.openxmlformats.org/drawingml/2006/main">
            <a:off x="7896225" y="20955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02C3B"/>
                </a:solidFill>
                <a:latin typeface="Arial"/>
                <a:ea typeface="Arial"/>
                <a:cs typeface="Arial"/>
              </a:defRPr>
            </a:defPPr>
            <a:lvl1pPr>
              <a:defRPr sz="2475" b="1">
                <a:solidFill>
                  <a:srgbClr val="102C3B"/>
                </a:solidFill>
                <a:latin typeface="Arial"/>
                <a:ea typeface="Arial"/>
                <a:cs typeface="Arial"/>
              </a:defRPr>
            </a:lvl1pPr>
            <a:lvl2pPr>
              <a:defRPr sz="2475" b="1">
                <a:solidFill>
                  <a:srgbClr val="102C3B"/>
                </a:solidFill>
                <a:latin typeface="Arial"/>
                <a:ea typeface="Arial"/>
                <a:cs typeface="Arial"/>
              </a:defRPr>
            </a:lvl2pPr>
            <a:lvl3pPr>
              <a:defRPr sz="2475" b="1">
                <a:solidFill>
                  <a:srgbClr val="102C3B"/>
                </a:solidFill>
                <a:latin typeface="Arial"/>
                <a:ea typeface="Arial"/>
                <a:cs typeface="Arial"/>
              </a:defRPr>
            </a:lvl3pPr>
            <a:lvl4pPr>
              <a:defRPr sz="2475" b="1">
                <a:solidFill>
                  <a:srgbClr val="102C3B"/>
                </a:solidFill>
                <a:latin typeface="Arial"/>
                <a:ea typeface="Arial"/>
                <a:cs typeface="Arial"/>
              </a:defRPr>
            </a:lvl4pPr>
            <a:lvl5pPr>
              <a:defRPr sz="2475" b="1">
                <a:solidFill>
                  <a:srgbClr val="102C3B"/>
                </a:solidFill>
                <a:latin typeface="Arial"/>
                <a:ea typeface="Arial"/>
                <a:cs typeface="Arial"/>
              </a:defRPr>
            </a:lvl5pPr>
            <a:lvl6pPr>
              <a:defRPr sz="2475" b="1">
                <a:solidFill>
                  <a:srgbClr val="102C3B"/>
                </a:solidFill>
                <a:latin typeface="Arial"/>
                <a:ea typeface="Arial"/>
                <a:cs typeface="Arial"/>
              </a:defRPr>
            </a:lvl6pPr>
            <a:lvl7pPr>
              <a:defRPr sz="2475" b="1">
                <a:solidFill>
                  <a:srgbClr val="102C3B"/>
                </a:solidFill>
                <a:latin typeface="Arial"/>
                <a:ea typeface="Arial"/>
                <a:cs typeface="Arial"/>
              </a:defRPr>
            </a:lvl7pPr>
            <a:lvl8pPr>
              <a:defRPr sz="2475" b="1">
                <a:solidFill>
                  <a:srgbClr val="102C3B"/>
                </a:solidFill>
                <a:latin typeface="Arial"/>
                <a:ea typeface="Arial"/>
                <a:cs typeface="Arial"/>
              </a:defRPr>
            </a:lvl8pPr>
            <a:lvl9pPr>
              <a:defRPr sz="2475" b="1">
                <a:solidFill>
                  <a:srgbClr val="102C3B"/>
                </a:solidFill>
                <a:latin typeface="Arial"/>
                <a:ea typeface="Arial"/>
                <a:cs typeface="Arial"/>
              </a:defRPr>
            </a:lvl9pPr>
          </a:lstStyle>
          <a:p xmlns:a="http://schemas.openxmlformats.org/drawingml/2006/main">
            <a:pPr>
              <a:defRPr sz="2475" b="1">
                <a:solidFill>
                  <a:srgbClr val="102C3B"/>
                </a:solidFill>
                <a:latin typeface="Arial"/>
                <a:ea typeface="Arial"/>
                <a:cs typeface="Arial"/>
              </a:defRPr>
            </a:pPr>
            <a:r>
              <a:rPr sz="2475" b="1">
                <a:solidFill>
                  <a:srgbClr val="102C3B"/>
                </a:solidFill>
                <a:latin typeface="Arial"/>
                <a:ea typeface="Arial"/>
                <a:cs typeface="Arial"/>
              </a:rPr>
              <a:t>Uprawnienia</a:t>
            </a:r>
          </a:p>
        </p:txBody>
      </p:sp>
      <p:sp>
        <p:nvSpPr>
          <p:cNvPr id="8" name="">
            <a:extLst xmlns:a="http://schemas.openxmlformats.org/drawingml/2006/main">
              <a:ext uri="{FF2B5EF4-FFF2-40B4-BE49-F238E27FC236}">
                <a16:creationId xmlns:a16="http://schemas.microsoft.com/office/drawing/2014/main" id="{37D98864-601A-4F12-AC7B-66BDD99FEC11}"/>
              </a:ext>
            </a:extLst>
          </p:cNvPr>
          <p:cNvSpPr>
            <a:spLocks xmlns:a="http://schemas.openxmlformats.org/drawingml/2006/main" noGrp="1"/>
          </p:cNvSpPr>
          <p:nvPr/>
        </p:nvSpPr>
        <p:spPr>
          <a:xfrm xmlns:a="http://schemas.openxmlformats.org/drawingml/2006/main">
            <a:off x="7896225" y="27622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Testy dostępu do obiektów,</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pól i funkcji.</a:t>
            </a:r>
          </a:p>
        </p:txBody>
      </p:sp>
      <p:sp>
        <p:nvSpPr>
          <p:cNvPr id="9" name="">
            <a:extLst xmlns:a="http://schemas.openxmlformats.org/drawingml/2006/main">
              <a:ext uri="{FF2B5EF4-FFF2-40B4-BE49-F238E27FC236}">
                <a16:creationId xmlns:a16="http://schemas.microsoft.com/office/drawing/2014/main" id="{6222B594-508E-4855-ABA5-53A799BC5913}"/>
              </a:ext>
            </a:extLst>
          </p:cNvPr>
          <p:cNvSpPr>
            <a:spLocks xmlns:a="http://schemas.openxmlformats.org/drawingml/2006/main" noGrp="1"/>
          </p:cNvSpPr>
          <p:nvPr/>
        </p:nvSpPr>
        <p:spPr>
          <a:xfrm xmlns:a="http://schemas.openxmlformats.org/drawingml/2006/main">
            <a:off x="628650" y="4210050"/>
            <a:ext cx="1095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725" b="1">
                <a:solidFill>
                  <a:srgbClr val="007C79"/>
                </a:solidFill>
                <a:latin typeface="Arial"/>
                <a:ea typeface="Arial"/>
                <a:cs typeface="Arial"/>
              </a:defRPr>
            </a:defPPr>
            <a:lvl1pPr>
              <a:defRPr sz="4725" b="1">
                <a:solidFill>
                  <a:srgbClr val="007C79"/>
                </a:solidFill>
                <a:latin typeface="Arial"/>
                <a:ea typeface="Arial"/>
                <a:cs typeface="Arial"/>
              </a:defRPr>
            </a:lvl1pPr>
            <a:lvl2pPr>
              <a:defRPr sz="4725" b="1">
                <a:solidFill>
                  <a:srgbClr val="007C79"/>
                </a:solidFill>
                <a:latin typeface="Arial"/>
                <a:ea typeface="Arial"/>
                <a:cs typeface="Arial"/>
              </a:defRPr>
            </a:lvl2pPr>
            <a:lvl3pPr>
              <a:defRPr sz="4725" b="1">
                <a:solidFill>
                  <a:srgbClr val="007C79"/>
                </a:solidFill>
                <a:latin typeface="Arial"/>
                <a:ea typeface="Arial"/>
                <a:cs typeface="Arial"/>
              </a:defRPr>
            </a:lvl3pPr>
            <a:lvl4pPr>
              <a:defRPr sz="4725" b="1">
                <a:solidFill>
                  <a:srgbClr val="007C79"/>
                </a:solidFill>
                <a:latin typeface="Arial"/>
                <a:ea typeface="Arial"/>
                <a:cs typeface="Arial"/>
              </a:defRPr>
            </a:lvl4pPr>
            <a:lvl5pPr>
              <a:defRPr sz="4725" b="1">
                <a:solidFill>
                  <a:srgbClr val="007C79"/>
                </a:solidFill>
                <a:latin typeface="Arial"/>
                <a:ea typeface="Arial"/>
                <a:cs typeface="Arial"/>
              </a:defRPr>
            </a:lvl5pPr>
            <a:lvl6pPr>
              <a:defRPr sz="4725" b="1">
                <a:solidFill>
                  <a:srgbClr val="007C79"/>
                </a:solidFill>
                <a:latin typeface="Arial"/>
                <a:ea typeface="Arial"/>
                <a:cs typeface="Arial"/>
              </a:defRPr>
            </a:lvl6pPr>
            <a:lvl7pPr>
              <a:defRPr sz="4725" b="1">
                <a:solidFill>
                  <a:srgbClr val="007C79"/>
                </a:solidFill>
                <a:latin typeface="Arial"/>
                <a:ea typeface="Arial"/>
                <a:cs typeface="Arial"/>
              </a:defRPr>
            </a:lvl7pPr>
            <a:lvl8pPr>
              <a:defRPr sz="4725" b="1">
                <a:solidFill>
                  <a:srgbClr val="007C79"/>
                </a:solidFill>
                <a:latin typeface="Arial"/>
                <a:ea typeface="Arial"/>
                <a:cs typeface="Arial"/>
              </a:defRPr>
            </a:lvl8pPr>
            <a:lvl9pPr>
              <a:defRPr sz="4725" b="1">
                <a:solidFill>
                  <a:srgbClr val="007C79"/>
                </a:solidFill>
                <a:latin typeface="Arial"/>
                <a:ea typeface="Arial"/>
                <a:cs typeface="Arial"/>
              </a:defRPr>
            </a:lvl9pPr>
          </a:lstStyle>
          <a:p xmlns:a="http://schemas.openxmlformats.org/drawingml/2006/main">
            <a:pPr>
              <a:defRPr sz="4725" b="1">
                <a:solidFill>
                  <a:srgbClr val="007C79"/>
                </a:solidFill>
                <a:latin typeface="Arial"/>
                <a:ea typeface="Arial"/>
                <a:cs typeface="Arial"/>
              </a:defRPr>
            </a:pPr>
            <a:r>
              <a:rPr sz="4725" b="1">
                <a:solidFill>
                  <a:srgbClr val="007C79"/>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9AC37414-5FED-4CBC-9B5B-6085A5447896}"/>
              </a:ext>
            </a:extLst>
          </p:cNvPr>
          <p:cNvSpPr>
            <a:spLocks xmlns:a="http://schemas.openxmlformats.org/drawingml/2006/main" noGrp="1"/>
          </p:cNvSpPr>
          <p:nvPr/>
        </p:nvSpPr>
        <p:spPr>
          <a:xfrm xmlns:a="http://schemas.openxmlformats.org/drawingml/2006/main">
            <a:off x="1914525" y="42672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02C3B"/>
                </a:solidFill>
                <a:latin typeface="Arial"/>
                <a:ea typeface="Arial"/>
                <a:cs typeface="Arial"/>
              </a:defRPr>
            </a:defPPr>
            <a:lvl1pPr>
              <a:defRPr sz="2475" b="1">
                <a:solidFill>
                  <a:srgbClr val="102C3B"/>
                </a:solidFill>
                <a:latin typeface="Arial"/>
                <a:ea typeface="Arial"/>
                <a:cs typeface="Arial"/>
              </a:defRPr>
            </a:lvl1pPr>
            <a:lvl2pPr>
              <a:defRPr sz="2475" b="1">
                <a:solidFill>
                  <a:srgbClr val="102C3B"/>
                </a:solidFill>
                <a:latin typeface="Arial"/>
                <a:ea typeface="Arial"/>
                <a:cs typeface="Arial"/>
              </a:defRPr>
            </a:lvl2pPr>
            <a:lvl3pPr>
              <a:defRPr sz="2475" b="1">
                <a:solidFill>
                  <a:srgbClr val="102C3B"/>
                </a:solidFill>
                <a:latin typeface="Arial"/>
                <a:ea typeface="Arial"/>
                <a:cs typeface="Arial"/>
              </a:defRPr>
            </a:lvl3pPr>
            <a:lvl4pPr>
              <a:defRPr sz="2475" b="1">
                <a:solidFill>
                  <a:srgbClr val="102C3B"/>
                </a:solidFill>
                <a:latin typeface="Arial"/>
                <a:ea typeface="Arial"/>
                <a:cs typeface="Arial"/>
              </a:defRPr>
            </a:lvl4pPr>
            <a:lvl5pPr>
              <a:defRPr sz="2475" b="1">
                <a:solidFill>
                  <a:srgbClr val="102C3B"/>
                </a:solidFill>
                <a:latin typeface="Arial"/>
                <a:ea typeface="Arial"/>
                <a:cs typeface="Arial"/>
              </a:defRPr>
            </a:lvl5pPr>
            <a:lvl6pPr>
              <a:defRPr sz="2475" b="1">
                <a:solidFill>
                  <a:srgbClr val="102C3B"/>
                </a:solidFill>
                <a:latin typeface="Arial"/>
                <a:ea typeface="Arial"/>
                <a:cs typeface="Arial"/>
              </a:defRPr>
            </a:lvl6pPr>
            <a:lvl7pPr>
              <a:defRPr sz="2475" b="1">
                <a:solidFill>
                  <a:srgbClr val="102C3B"/>
                </a:solidFill>
                <a:latin typeface="Arial"/>
                <a:ea typeface="Arial"/>
                <a:cs typeface="Arial"/>
              </a:defRPr>
            </a:lvl7pPr>
            <a:lvl8pPr>
              <a:defRPr sz="2475" b="1">
                <a:solidFill>
                  <a:srgbClr val="102C3B"/>
                </a:solidFill>
                <a:latin typeface="Arial"/>
                <a:ea typeface="Arial"/>
                <a:cs typeface="Arial"/>
              </a:defRPr>
            </a:lvl8pPr>
            <a:lvl9pPr>
              <a:defRPr sz="2475" b="1">
                <a:solidFill>
                  <a:srgbClr val="102C3B"/>
                </a:solidFill>
                <a:latin typeface="Arial"/>
                <a:ea typeface="Arial"/>
                <a:cs typeface="Arial"/>
              </a:defRPr>
            </a:lvl9pPr>
          </a:lstStyle>
          <a:p xmlns:a="http://schemas.openxmlformats.org/drawingml/2006/main">
            <a:pPr>
              <a:defRPr sz="2475" b="1">
                <a:solidFill>
                  <a:srgbClr val="102C3B"/>
                </a:solidFill>
                <a:latin typeface="Arial"/>
                <a:ea typeface="Arial"/>
                <a:cs typeface="Arial"/>
              </a:defRPr>
            </a:pPr>
            <a:r>
              <a:rPr sz="2475" b="1">
                <a:solidFill>
                  <a:srgbClr val="102C3B"/>
                </a:solidFill>
                <a:latin typeface="Arial"/>
                <a:ea typeface="Arial"/>
                <a:cs typeface="Arial"/>
              </a:rPr>
              <a:t>Limity i alerty</a:t>
            </a:r>
          </a:p>
        </p:txBody>
      </p:sp>
      <p:sp>
        <p:nvSpPr>
          <p:cNvPr id="11" name="">
            <a:extLst xmlns:a="http://schemas.openxmlformats.org/drawingml/2006/main">
              <a:ext uri="{FF2B5EF4-FFF2-40B4-BE49-F238E27FC236}">
                <a16:creationId xmlns:a16="http://schemas.microsoft.com/office/drawing/2014/main" id="{89CD9A69-37F0-4085-843F-A2B489EED4BE}"/>
              </a:ext>
            </a:extLst>
          </p:cNvPr>
          <p:cNvSpPr>
            <a:spLocks xmlns:a="http://schemas.openxmlformats.org/drawingml/2006/main" noGrp="1"/>
          </p:cNvSpPr>
          <p:nvPr/>
        </p:nvSpPr>
        <p:spPr>
          <a:xfrm xmlns:a="http://schemas.openxmlformats.org/drawingml/2006/main">
            <a:off x="1914525" y="49339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Progi oraz procedura</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reakcji zespołu.</a:t>
            </a:r>
          </a:p>
        </p:txBody>
      </p:sp>
      <p:sp>
        <p:nvSpPr>
          <p:cNvPr id="12" name="">
            <a:extLst xmlns:a="http://schemas.openxmlformats.org/drawingml/2006/main">
              <a:ext uri="{FF2B5EF4-FFF2-40B4-BE49-F238E27FC236}">
                <a16:creationId xmlns:a16="http://schemas.microsoft.com/office/drawing/2014/main" id="{9343CB6E-9384-4322-ACE2-86E35D19512E}"/>
              </a:ext>
            </a:extLst>
          </p:cNvPr>
          <p:cNvSpPr>
            <a:spLocks xmlns:a="http://schemas.openxmlformats.org/drawingml/2006/main" noGrp="1"/>
          </p:cNvSpPr>
          <p:nvPr/>
        </p:nvSpPr>
        <p:spPr>
          <a:xfrm xmlns:a="http://schemas.openxmlformats.org/drawingml/2006/main">
            <a:off x="6610350" y="4210050"/>
            <a:ext cx="1095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725" b="1">
                <a:solidFill>
                  <a:srgbClr val="007C79"/>
                </a:solidFill>
                <a:latin typeface="Arial"/>
                <a:ea typeface="Arial"/>
                <a:cs typeface="Arial"/>
              </a:defRPr>
            </a:defPPr>
            <a:lvl1pPr>
              <a:defRPr sz="4725" b="1">
                <a:solidFill>
                  <a:srgbClr val="007C79"/>
                </a:solidFill>
                <a:latin typeface="Arial"/>
                <a:ea typeface="Arial"/>
                <a:cs typeface="Arial"/>
              </a:defRPr>
            </a:lvl1pPr>
            <a:lvl2pPr>
              <a:defRPr sz="4725" b="1">
                <a:solidFill>
                  <a:srgbClr val="007C79"/>
                </a:solidFill>
                <a:latin typeface="Arial"/>
                <a:ea typeface="Arial"/>
                <a:cs typeface="Arial"/>
              </a:defRPr>
            </a:lvl2pPr>
            <a:lvl3pPr>
              <a:defRPr sz="4725" b="1">
                <a:solidFill>
                  <a:srgbClr val="007C79"/>
                </a:solidFill>
                <a:latin typeface="Arial"/>
                <a:ea typeface="Arial"/>
                <a:cs typeface="Arial"/>
              </a:defRPr>
            </a:lvl3pPr>
            <a:lvl4pPr>
              <a:defRPr sz="4725" b="1">
                <a:solidFill>
                  <a:srgbClr val="007C79"/>
                </a:solidFill>
                <a:latin typeface="Arial"/>
                <a:ea typeface="Arial"/>
                <a:cs typeface="Arial"/>
              </a:defRPr>
            </a:lvl4pPr>
            <a:lvl5pPr>
              <a:defRPr sz="4725" b="1">
                <a:solidFill>
                  <a:srgbClr val="007C79"/>
                </a:solidFill>
                <a:latin typeface="Arial"/>
                <a:ea typeface="Arial"/>
                <a:cs typeface="Arial"/>
              </a:defRPr>
            </a:lvl5pPr>
            <a:lvl6pPr>
              <a:defRPr sz="4725" b="1">
                <a:solidFill>
                  <a:srgbClr val="007C79"/>
                </a:solidFill>
                <a:latin typeface="Arial"/>
                <a:ea typeface="Arial"/>
                <a:cs typeface="Arial"/>
              </a:defRPr>
            </a:lvl6pPr>
            <a:lvl7pPr>
              <a:defRPr sz="4725" b="1">
                <a:solidFill>
                  <a:srgbClr val="007C79"/>
                </a:solidFill>
                <a:latin typeface="Arial"/>
                <a:ea typeface="Arial"/>
                <a:cs typeface="Arial"/>
              </a:defRPr>
            </a:lvl7pPr>
            <a:lvl8pPr>
              <a:defRPr sz="4725" b="1">
                <a:solidFill>
                  <a:srgbClr val="007C79"/>
                </a:solidFill>
                <a:latin typeface="Arial"/>
                <a:ea typeface="Arial"/>
                <a:cs typeface="Arial"/>
              </a:defRPr>
            </a:lvl8pPr>
            <a:lvl9pPr>
              <a:defRPr sz="4725" b="1">
                <a:solidFill>
                  <a:srgbClr val="007C79"/>
                </a:solidFill>
                <a:latin typeface="Arial"/>
                <a:ea typeface="Arial"/>
                <a:cs typeface="Arial"/>
              </a:defRPr>
            </a:lvl9pPr>
          </a:lstStyle>
          <a:p xmlns:a="http://schemas.openxmlformats.org/drawingml/2006/main">
            <a:pPr>
              <a:defRPr sz="4725" b="1">
                <a:solidFill>
                  <a:srgbClr val="007C79"/>
                </a:solidFill>
                <a:latin typeface="Arial"/>
                <a:ea typeface="Arial"/>
                <a:cs typeface="Arial"/>
              </a:defRPr>
            </a:pPr>
            <a:r>
              <a:rPr sz="4725" b="1">
                <a:solidFill>
                  <a:srgbClr val="007C79"/>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9DF4DAA7-312E-4FF0-BAD5-735AF80D2034}"/>
              </a:ext>
            </a:extLst>
          </p:cNvPr>
          <p:cNvSpPr>
            <a:spLocks xmlns:a="http://schemas.openxmlformats.org/drawingml/2006/main" noGrp="1"/>
          </p:cNvSpPr>
          <p:nvPr/>
        </p:nvSpPr>
        <p:spPr>
          <a:xfrm xmlns:a="http://schemas.openxmlformats.org/drawingml/2006/main">
            <a:off x="7896225" y="4267200"/>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02C3B"/>
                </a:solidFill>
                <a:latin typeface="Arial"/>
                <a:ea typeface="Arial"/>
                <a:cs typeface="Arial"/>
              </a:defRPr>
            </a:defPPr>
            <a:lvl1pPr>
              <a:defRPr sz="2475" b="1">
                <a:solidFill>
                  <a:srgbClr val="102C3B"/>
                </a:solidFill>
                <a:latin typeface="Arial"/>
                <a:ea typeface="Arial"/>
                <a:cs typeface="Arial"/>
              </a:defRPr>
            </a:lvl1pPr>
            <a:lvl2pPr>
              <a:defRPr sz="2475" b="1">
                <a:solidFill>
                  <a:srgbClr val="102C3B"/>
                </a:solidFill>
                <a:latin typeface="Arial"/>
                <a:ea typeface="Arial"/>
                <a:cs typeface="Arial"/>
              </a:defRPr>
            </a:lvl2pPr>
            <a:lvl3pPr>
              <a:defRPr sz="2475" b="1">
                <a:solidFill>
                  <a:srgbClr val="102C3B"/>
                </a:solidFill>
                <a:latin typeface="Arial"/>
                <a:ea typeface="Arial"/>
                <a:cs typeface="Arial"/>
              </a:defRPr>
            </a:lvl3pPr>
            <a:lvl4pPr>
              <a:defRPr sz="2475" b="1">
                <a:solidFill>
                  <a:srgbClr val="102C3B"/>
                </a:solidFill>
                <a:latin typeface="Arial"/>
                <a:ea typeface="Arial"/>
                <a:cs typeface="Arial"/>
              </a:defRPr>
            </a:lvl4pPr>
            <a:lvl5pPr>
              <a:defRPr sz="2475" b="1">
                <a:solidFill>
                  <a:srgbClr val="102C3B"/>
                </a:solidFill>
                <a:latin typeface="Arial"/>
                <a:ea typeface="Arial"/>
                <a:cs typeface="Arial"/>
              </a:defRPr>
            </a:lvl5pPr>
            <a:lvl6pPr>
              <a:defRPr sz="2475" b="1">
                <a:solidFill>
                  <a:srgbClr val="102C3B"/>
                </a:solidFill>
                <a:latin typeface="Arial"/>
                <a:ea typeface="Arial"/>
                <a:cs typeface="Arial"/>
              </a:defRPr>
            </a:lvl6pPr>
            <a:lvl7pPr>
              <a:defRPr sz="2475" b="1">
                <a:solidFill>
                  <a:srgbClr val="102C3B"/>
                </a:solidFill>
                <a:latin typeface="Arial"/>
                <a:ea typeface="Arial"/>
                <a:cs typeface="Arial"/>
              </a:defRPr>
            </a:lvl7pPr>
            <a:lvl8pPr>
              <a:defRPr sz="2475" b="1">
                <a:solidFill>
                  <a:srgbClr val="102C3B"/>
                </a:solidFill>
                <a:latin typeface="Arial"/>
                <a:ea typeface="Arial"/>
                <a:cs typeface="Arial"/>
              </a:defRPr>
            </a:lvl8pPr>
            <a:lvl9pPr>
              <a:defRPr sz="2475" b="1">
                <a:solidFill>
                  <a:srgbClr val="102C3B"/>
                </a:solidFill>
                <a:latin typeface="Arial"/>
                <a:ea typeface="Arial"/>
                <a:cs typeface="Arial"/>
              </a:defRPr>
            </a:lvl9pPr>
          </a:lstStyle>
          <a:p xmlns:a="http://schemas.openxmlformats.org/drawingml/2006/main">
            <a:pPr>
              <a:defRPr sz="2475" b="1">
                <a:solidFill>
                  <a:srgbClr val="102C3B"/>
                </a:solidFill>
                <a:latin typeface="Arial"/>
                <a:ea typeface="Arial"/>
                <a:cs typeface="Arial"/>
              </a:defRPr>
            </a:pPr>
            <a:r>
              <a:rPr sz="2475" b="1">
                <a:solidFill>
                  <a:srgbClr val="102C3B"/>
                </a:solidFill>
                <a:latin typeface="Arial"/>
                <a:ea typeface="Arial"/>
                <a:cs typeface="Arial"/>
              </a:rPr>
              <a:t>Wycofanie</a:t>
            </a:r>
          </a:p>
        </p:txBody>
      </p:sp>
      <p:sp>
        <p:nvSpPr>
          <p:cNvPr id="14" name="">
            <a:extLst xmlns:a="http://schemas.openxmlformats.org/drawingml/2006/main">
              <a:ext uri="{FF2B5EF4-FFF2-40B4-BE49-F238E27FC236}">
                <a16:creationId xmlns:a16="http://schemas.microsoft.com/office/drawing/2014/main" id="{B76299BD-7B64-48B0-831D-511A7455D0C0}"/>
              </a:ext>
            </a:extLst>
          </p:cNvPr>
          <p:cNvSpPr>
            <a:spLocks xmlns:a="http://schemas.openxmlformats.org/drawingml/2006/main" noGrp="1"/>
          </p:cNvSpPr>
          <p:nvPr/>
        </p:nvSpPr>
        <p:spPr>
          <a:xfrm xmlns:a="http://schemas.openxmlformats.org/drawingml/2006/main">
            <a:off x="7896225" y="49339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02C3B"/>
                </a:solidFill>
                <a:latin typeface="Arial"/>
                <a:ea typeface="Arial"/>
                <a:cs typeface="Arial"/>
              </a:defRPr>
            </a:defPPr>
            <a:lvl1pPr>
              <a:defRPr sz="2025" b="0">
                <a:solidFill>
                  <a:srgbClr val="102C3B"/>
                </a:solidFill>
                <a:latin typeface="Arial"/>
                <a:ea typeface="Arial"/>
                <a:cs typeface="Arial"/>
              </a:defRPr>
            </a:lvl1pPr>
            <a:lvl2pPr>
              <a:defRPr sz="2025" b="0">
                <a:solidFill>
                  <a:srgbClr val="102C3B"/>
                </a:solidFill>
                <a:latin typeface="Arial"/>
                <a:ea typeface="Arial"/>
                <a:cs typeface="Arial"/>
              </a:defRPr>
            </a:lvl2pPr>
            <a:lvl3pPr>
              <a:defRPr sz="2025" b="0">
                <a:solidFill>
                  <a:srgbClr val="102C3B"/>
                </a:solidFill>
                <a:latin typeface="Arial"/>
                <a:ea typeface="Arial"/>
                <a:cs typeface="Arial"/>
              </a:defRPr>
            </a:lvl3pPr>
            <a:lvl4pPr>
              <a:defRPr sz="2025" b="0">
                <a:solidFill>
                  <a:srgbClr val="102C3B"/>
                </a:solidFill>
                <a:latin typeface="Arial"/>
                <a:ea typeface="Arial"/>
                <a:cs typeface="Arial"/>
              </a:defRPr>
            </a:lvl4pPr>
            <a:lvl5pPr>
              <a:defRPr sz="2025" b="0">
                <a:solidFill>
                  <a:srgbClr val="102C3B"/>
                </a:solidFill>
                <a:latin typeface="Arial"/>
                <a:ea typeface="Arial"/>
                <a:cs typeface="Arial"/>
              </a:defRPr>
            </a:lvl5pPr>
            <a:lvl6pPr>
              <a:defRPr sz="2025" b="0">
                <a:solidFill>
                  <a:srgbClr val="102C3B"/>
                </a:solidFill>
                <a:latin typeface="Arial"/>
                <a:ea typeface="Arial"/>
                <a:cs typeface="Arial"/>
              </a:defRPr>
            </a:lvl6pPr>
            <a:lvl7pPr>
              <a:defRPr sz="2025" b="0">
                <a:solidFill>
                  <a:srgbClr val="102C3B"/>
                </a:solidFill>
                <a:latin typeface="Arial"/>
                <a:ea typeface="Arial"/>
                <a:cs typeface="Arial"/>
              </a:defRPr>
            </a:lvl7pPr>
            <a:lvl8pPr>
              <a:defRPr sz="2025" b="0">
                <a:solidFill>
                  <a:srgbClr val="102C3B"/>
                </a:solidFill>
                <a:latin typeface="Arial"/>
                <a:ea typeface="Arial"/>
                <a:cs typeface="Arial"/>
              </a:defRPr>
            </a:lvl8pPr>
            <a:lvl9pPr>
              <a:defRPr sz="2025" b="0">
                <a:solidFill>
                  <a:srgbClr val="102C3B"/>
                </a:solidFill>
                <a:latin typeface="Arial"/>
                <a:ea typeface="Arial"/>
                <a:cs typeface="Arial"/>
              </a:defRPr>
            </a:lvl9pPr>
          </a:lstStyle>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Zamknięcie niepotrzebnych</a:t>
            </a:r>
          </a:p>
          <a:p xmlns:a="http://schemas.openxmlformats.org/drawingml/2006/main">
            <a:pPr>
              <a:defRPr sz="2025" b="0">
                <a:solidFill>
                  <a:srgbClr val="102C3B"/>
                </a:solidFill>
                <a:latin typeface="Arial"/>
                <a:ea typeface="Arial"/>
                <a:cs typeface="Arial"/>
              </a:defRPr>
            </a:pPr>
            <a:r>
              <a:rPr sz="2025" b="0">
                <a:solidFill>
                  <a:srgbClr val="102C3B"/>
                </a:solidFill>
                <a:latin typeface="Arial"/>
                <a:ea typeface="Arial"/>
                <a:cs typeface="Arial"/>
              </a:rPr>
              <a:t>wersji API.</a:t>
            </a:r>
          </a:p>
        </p:txBody>
      </p:sp>
    </p:spTree>
    <p:extLst>
      <p:ext uri="{BB962C8B-B14F-4D97-AF65-F5344CB8AC3E}">
        <p14:creationId xmlns:p14="http://schemas.microsoft.com/office/powerpoint/2010/main" val="1581108200"/>
      </p:ext>
    </p:extLst>
  </p:cSld>
</p:sld>
</file>

<file path=ppt/slides/slide1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03857EA-31CB-4E67-A9CF-F3ACB3608384}"/>
              </a:ext>
            </a:extLst>
          </p:cNvPr>
          <p:cNvPicPr>
            <a:picLocks xmlns:a="http://schemas.openxmlformats.org/drawingml/2006/main" noChangeAspect="1"/>
          </p:cNvPicPr>
          <p:nvPr/>
        </p:nvPicPr>
        <p:blipFill>
          <a:blip xmlns:r="http://schemas.openxmlformats.org/officeDocument/2006/relationships" xmlns:a="http://schemas.openxmlformats.org/drawingml/2006/main" r:embed="R855b46c46a244a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6C7C54-6FA0-4E12-89CE-5695394D2EAC}"/>
              </a:ext>
            </a:extLst>
          </p:cNvPr>
          <p:cNvSpPr>
            <a:spLocks xmlns:a="http://schemas.openxmlformats.org/drawingml/2006/main" noGrp="1"/>
          </p:cNvSpPr>
          <p:nvPr/>
        </p:nvSpPr>
        <p:spPr>
          <a:xfrm xmlns:a="http://schemas.openxmlformats.org/drawingml/2006/main">
            <a:off x="609600" y="495300"/>
            <a:ext cx="781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525" b="1">
                <a:solidFill>
                  <a:srgbClr val="F5F8F8"/>
                </a:solidFill>
                <a:latin typeface="Arial"/>
                <a:ea typeface="Arial"/>
                <a:cs typeface="Arial"/>
              </a:defRPr>
            </a:defPPr>
            <a:lvl1pPr>
              <a:defRPr sz="3525" b="1">
                <a:solidFill>
                  <a:srgbClr val="F5F8F8"/>
                </a:solidFill>
                <a:latin typeface="Arial"/>
                <a:ea typeface="Arial"/>
                <a:cs typeface="Arial"/>
              </a:defRPr>
            </a:lvl1pPr>
            <a:lvl2pPr>
              <a:defRPr sz="3525" b="1">
                <a:solidFill>
                  <a:srgbClr val="F5F8F8"/>
                </a:solidFill>
                <a:latin typeface="Arial"/>
                <a:ea typeface="Arial"/>
                <a:cs typeface="Arial"/>
              </a:defRPr>
            </a:lvl2pPr>
            <a:lvl3pPr>
              <a:defRPr sz="3525" b="1">
                <a:solidFill>
                  <a:srgbClr val="F5F8F8"/>
                </a:solidFill>
                <a:latin typeface="Arial"/>
                <a:ea typeface="Arial"/>
                <a:cs typeface="Arial"/>
              </a:defRPr>
            </a:lvl3pPr>
            <a:lvl4pPr>
              <a:defRPr sz="3525" b="1">
                <a:solidFill>
                  <a:srgbClr val="F5F8F8"/>
                </a:solidFill>
                <a:latin typeface="Arial"/>
                <a:ea typeface="Arial"/>
                <a:cs typeface="Arial"/>
              </a:defRPr>
            </a:lvl4pPr>
            <a:lvl5pPr>
              <a:defRPr sz="3525" b="1">
                <a:solidFill>
                  <a:srgbClr val="F5F8F8"/>
                </a:solidFill>
                <a:latin typeface="Arial"/>
                <a:ea typeface="Arial"/>
                <a:cs typeface="Arial"/>
              </a:defRPr>
            </a:lvl5pPr>
            <a:lvl6pPr>
              <a:defRPr sz="3525" b="1">
                <a:solidFill>
                  <a:srgbClr val="F5F8F8"/>
                </a:solidFill>
                <a:latin typeface="Arial"/>
                <a:ea typeface="Arial"/>
                <a:cs typeface="Arial"/>
              </a:defRPr>
            </a:lvl6pPr>
            <a:lvl7pPr>
              <a:defRPr sz="3525" b="1">
                <a:solidFill>
                  <a:srgbClr val="F5F8F8"/>
                </a:solidFill>
                <a:latin typeface="Arial"/>
                <a:ea typeface="Arial"/>
                <a:cs typeface="Arial"/>
              </a:defRPr>
            </a:lvl7pPr>
            <a:lvl8pPr>
              <a:defRPr sz="3525" b="1">
                <a:solidFill>
                  <a:srgbClr val="F5F8F8"/>
                </a:solidFill>
                <a:latin typeface="Arial"/>
                <a:ea typeface="Arial"/>
                <a:cs typeface="Arial"/>
              </a:defRPr>
            </a:lvl8pPr>
            <a:lvl9pPr>
              <a:defRPr sz="3525" b="1">
                <a:solidFill>
                  <a:srgbClr val="F5F8F8"/>
                </a:solidFill>
                <a:latin typeface="Arial"/>
                <a:ea typeface="Arial"/>
                <a:cs typeface="Arial"/>
              </a:defRPr>
            </a:lvl9pPr>
          </a:lstStyle>
          <a:p xmlns:a="http://schemas.openxmlformats.org/drawingml/2006/main">
            <a:pPr>
              <a:defRPr sz="3525" b="1">
                <a:solidFill>
                  <a:srgbClr val="F5F8F8"/>
                </a:solidFill>
                <a:latin typeface="Arial"/>
                <a:ea typeface="Arial"/>
                <a:cs typeface="Arial"/>
              </a:defRPr>
            </a:pPr>
            <a:r>
              <a:rPr sz="3525" b="1">
                <a:solidFill>
                  <a:srgbClr val="F5F8F8"/>
                </a:solidFill>
                <a:latin typeface="Arial"/>
                <a:ea typeface="Arial"/>
                <a:cs typeface="Arial"/>
              </a:rPr>
              <a:t>Bezpieczeństwo wymaga</a:t>
            </a:r>
          </a:p>
          <a:p xmlns:a="http://schemas.openxmlformats.org/drawingml/2006/main">
            <a:pPr>
              <a:defRPr sz="3525" b="1">
                <a:solidFill>
                  <a:srgbClr val="F5F8F8"/>
                </a:solidFill>
                <a:latin typeface="Arial"/>
                <a:ea typeface="Arial"/>
                <a:cs typeface="Arial"/>
              </a:defRPr>
            </a:pPr>
            <a:r>
              <a:rPr sz="3525" b="1">
                <a:solidFill>
                  <a:srgbClr val="F5F8F8"/>
                </a:solidFill>
                <a:latin typeface="Arial"/>
                <a:ea typeface="Arial"/>
                <a:cs typeface="Arial"/>
              </a:rPr>
              <a:t>ciągłej weryfikacji</a:t>
            </a:r>
          </a:p>
        </p:txBody>
      </p:sp>
      <p:sp>
        <p:nvSpPr>
          <p:cNvPr id="3" name="">
            <a:extLst xmlns:a="http://schemas.openxmlformats.org/drawingml/2006/main">
              <a:ext uri="{FF2B5EF4-FFF2-40B4-BE49-F238E27FC236}">
                <a16:creationId xmlns:a16="http://schemas.microsoft.com/office/drawing/2014/main" id="{DD9CA148-B6F8-450E-BF4B-983166C8F95B}"/>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96D1DE80-6D4B-427C-BD06-4D0AB0A6F455}"/>
              </a:ext>
            </a:extLst>
          </p:cNvPr>
          <p:cNvSpPr>
            <a:spLocks xmlns:a="http://schemas.openxmlformats.org/drawingml/2006/main" noGrp="1"/>
          </p:cNvSpPr>
          <p:nvPr/>
        </p:nvSpPr>
        <p:spPr>
          <a:xfrm xmlns:a="http://schemas.openxmlformats.org/drawingml/2006/main">
            <a:off x="628650" y="2514600"/>
            <a:ext cx="738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F5F8F8"/>
                </a:solidFill>
                <a:latin typeface="Arial"/>
                <a:ea typeface="Arial"/>
                <a:cs typeface="Arial"/>
              </a:defRPr>
            </a:defPPr>
            <a:lvl1pPr>
              <a:defRPr sz="3150" b="1">
                <a:solidFill>
                  <a:srgbClr val="F5F8F8"/>
                </a:solidFill>
                <a:latin typeface="Arial"/>
                <a:ea typeface="Arial"/>
                <a:cs typeface="Arial"/>
              </a:defRPr>
            </a:lvl1pPr>
            <a:lvl2pPr>
              <a:defRPr sz="3150" b="1">
                <a:solidFill>
                  <a:srgbClr val="F5F8F8"/>
                </a:solidFill>
                <a:latin typeface="Arial"/>
                <a:ea typeface="Arial"/>
                <a:cs typeface="Arial"/>
              </a:defRPr>
            </a:lvl2pPr>
            <a:lvl3pPr>
              <a:defRPr sz="3150" b="1">
                <a:solidFill>
                  <a:srgbClr val="F5F8F8"/>
                </a:solidFill>
                <a:latin typeface="Arial"/>
                <a:ea typeface="Arial"/>
                <a:cs typeface="Arial"/>
              </a:defRPr>
            </a:lvl3pPr>
            <a:lvl4pPr>
              <a:defRPr sz="3150" b="1">
                <a:solidFill>
                  <a:srgbClr val="F5F8F8"/>
                </a:solidFill>
                <a:latin typeface="Arial"/>
                <a:ea typeface="Arial"/>
                <a:cs typeface="Arial"/>
              </a:defRPr>
            </a:lvl4pPr>
            <a:lvl5pPr>
              <a:defRPr sz="3150" b="1">
                <a:solidFill>
                  <a:srgbClr val="F5F8F8"/>
                </a:solidFill>
                <a:latin typeface="Arial"/>
                <a:ea typeface="Arial"/>
                <a:cs typeface="Arial"/>
              </a:defRPr>
            </a:lvl5pPr>
            <a:lvl6pPr>
              <a:defRPr sz="3150" b="1">
                <a:solidFill>
                  <a:srgbClr val="F5F8F8"/>
                </a:solidFill>
                <a:latin typeface="Arial"/>
                <a:ea typeface="Arial"/>
                <a:cs typeface="Arial"/>
              </a:defRPr>
            </a:lvl6pPr>
            <a:lvl7pPr>
              <a:defRPr sz="3150" b="1">
                <a:solidFill>
                  <a:srgbClr val="F5F8F8"/>
                </a:solidFill>
                <a:latin typeface="Arial"/>
                <a:ea typeface="Arial"/>
                <a:cs typeface="Arial"/>
              </a:defRPr>
            </a:lvl7pPr>
            <a:lvl8pPr>
              <a:defRPr sz="3150" b="1">
                <a:solidFill>
                  <a:srgbClr val="F5F8F8"/>
                </a:solidFill>
                <a:latin typeface="Arial"/>
                <a:ea typeface="Arial"/>
                <a:cs typeface="Arial"/>
              </a:defRPr>
            </a:lvl8pPr>
            <a:lvl9pPr>
              <a:defRPr sz="3150" b="1">
                <a:solidFill>
                  <a:srgbClr val="F5F8F8"/>
                </a:solidFill>
                <a:latin typeface="Arial"/>
                <a:ea typeface="Arial"/>
                <a:cs typeface="Arial"/>
              </a:defRPr>
            </a:lvl9pPr>
          </a:lstStyle>
          <a:p xmlns:a="http://schemas.openxmlformats.org/drawingml/2006/main">
            <a:pPr>
              <a:defRPr sz="3150" b="1">
                <a:solidFill>
                  <a:srgbClr val="F5F8F8"/>
                </a:solidFill>
                <a:latin typeface="Arial"/>
                <a:ea typeface="Arial"/>
                <a:cs typeface="Arial"/>
              </a:defRPr>
            </a:pPr>
            <a:r>
              <a:rPr sz="3150" b="1">
                <a:solidFill>
                  <a:srgbClr val="F5F8F8"/>
                </a:solidFill>
                <a:latin typeface="Arial"/>
                <a:ea typeface="Arial"/>
                <a:cs typeface="Arial"/>
              </a:rPr>
              <a:t>Weryfikacja tożsamości</a:t>
            </a:r>
          </a:p>
        </p:txBody>
      </p:sp>
      <p:sp>
        <p:nvSpPr>
          <p:cNvPr id="5" name="">
            <a:extLst xmlns:a="http://schemas.openxmlformats.org/drawingml/2006/main">
              <a:ext uri="{FF2B5EF4-FFF2-40B4-BE49-F238E27FC236}">
                <a16:creationId xmlns:a16="http://schemas.microsoft.com/office/drawing/2014/main" id="{53F8F0A7-61B1-4D84-BCEF-029B52F959C3}"/>
              </a:ext>
            </a:extLst>
          </p:cNvPr>
          <p:cNvSpPr>
            <a:spLocks xmlns:a="http://schemas.openxmlformats.org/drawingml/2006/main" noGrp="1"/>
          </p:cNvSpPr>
          <p:nvPr/>
        </p:nvSpPr>
        <p:spPr>
          <a:xfrm xmlns:a="http://schemas.openxmlformats.org/drawingml/2006/main">
            <a:off x="628650" y="3514725"/>
            <a:ext cx="7381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150" b="1">
                <a:solidFill>
                  <a:srgbClr val="59E4CB"/>
                </a:solidFill>
                <a:latin typeface="Arial"/>
                <a:ea typeface="Arial"/>
                <a:cs typeface="Arial"/>
              </a:defRPr>
            </a:defPPr>
            <a:lvl1pPr>
              <a:defRPr sz="3150" b="1">
                <a:solidFill>
                  <a:srgbClr val="59E4CB"/>
                </a:solidFill>
                <a:latin typeface="Arial"/>
                <a:ea typeface="Arial"/>
                <a:cs typeface="Arial"/>
              </a:defRPr>
            </a:lvl1pPr>
            <a:lvl2pPr>
              <a:defRPr sz="3150" b="1">
                <a:solidFill>
                  <a:srgbClr val="59E4CB"/>
                </a:solidFill>
                <a:latin typeface="Arial"/>
                <a:ea typeface="Arial"/>
                <a:cs typeface="Arial"/>
              </a:defRPr>
            </a:lvl2pPr>
            <a:lvl3pPr>
              <a:defRPr sz="3150" b="1">
                <a:solidFill>
                  <a:srgbClr val="59E4CB"/>
                </a:solidFill>
                <a:latin typeface="Arial"/>
                <a:ea typeface="Arial"/>
                <a:cs typeface="Arial"/>
              </a:defRPr>
            </a:lvl3pPr>
            <a:lvl4pPr>
              <a:defRPr sz="3150" b="1">
                <a:solidFill>
                  <a:srgbClr val="59E4CB"/>
                </a:solidFill>
                <a:latin typeface="Arial"/>
                <a:ea typeface="Arial"/>
                <a:cs typeface="Arial"/>
              </a:defRPr>
            </a:lvl4pPr>
            <a:lvl5pPr>
              <a:defRPr sz="3150" b="1">
                <a:solidFill>
                  <a:srgbClr val="59E4CB"/>
                </a:solidFill>
                <a:latin typeface="Arial"/>
                <a:ea typeface="Arial"/>
                <a:cs typeface="Arial"/>
              </a:defRPr>
            </a:lvl5pPr>
            <a:lvl6pPr>
              <a:defRPr sz="3150" b="1">
                <a:solidFill>
                  <a:srgbClr val="59E4CB"/>
                </a:solidFill>
                <a:latin typeface="Arial"/>
                <a:ea typeface="Arial"/>
                <a:cs typeface="Arial"/>
              </a:defRPr>
            </a:lvl6pPr>
            <a:lvl7pPr>
              <a:defRPr sz="3150" b="1">
                <a:solidFill>
                  <a:srgbClr val="59E4CB"/>
                </a:solidFill>
                <a:latin typeface="Arial"/>
                <a:ea typeface="Arial"/>
                <a:cs typeface="Arial"/>
              </a:defRPr>
            </a:lvl7pPr>
            <a:lvl8pPr>
              <a:defRPr sz="3150" b="1">
                <a:solidFill>
                  <a:srgbClr val="59E4CB"/>
                </a:solidFill>
                <a:latin typeface="Arial"/>
                <a:ea typeface="Arial"/>
                <a:cs typeface="Arial"/>
              </a:defRPr>
            </a:lvl8pPr>
            <a:lvl9pPr>
              <a:defRPr sz="3150" b="1">
                <a:solidFill>
                  <a:srgbClr val="59E4CB"/>
                </a:solidFill>
                <a:latin typeface="Arial"/>
                <a:ea typeface="Arial"/>
                <a:cs typeface="Arial"/>
              </a:defRPr>
            </a:lvl9pPr>
          </a:lstStyle>
          <a:p xmlns:a="http://schemas.openxmlformats.org/drawingml/2006/main">
            <a:pPr>
              <a:defRPr sz="3150" b="1">
                <a:solidFill>
                  <a:srgbClr val="59E4CB"/>
                </a:solidFill>
                <a:latin typeface="Arial"/>
                <a:ea typeface="Arial"/>
                <a:cs typeface="Arial"/>
              </a:defRPr>
            </a:pPr>
            <a:r>
              <a:rPr sz="3150" b="1">
                <a:solidFill>
                  <a:srgbClr val="59E4CB"/>
                </a:solidFill>
                <a:latin typeface="Arial"/>
                <a:ea typeface="Arial"/>
                <a:cs typeface="Arial"/>
              </a:rPr>
              <a:t>Kontrola uprawnień</a:t>
            </a:r>
          </a:p>
        </p:txBody>
      </p:sp>
      <p:sp>
        <p:nvSpPr>
          <p:cNvPr id="6" name="">
            <a:extLst xmlns:a="http://schemas.openxmlformats.org/drawingml/2006/main">
              <a:ext uri="{FF2B5EF4-FFF2-40B4-BE49-F238E27FC236}">
                <a16:creationId xmlns:a16="http://schemas.microsoft.com/office/drawing/2014/main" id="{E9EFB7A6-EC7E-41EB-958D-50FC8C45FE86}"/>
              </a:ext>
            </a:extLst>
          </p:cNvPr>
          <p:cNvSpPr>
            <a:spLocks xmlns:a="http://schemas.openxmlformats.org/drawingml/2006/main" noGrp="1"/>
          </p:cNvSpPr>
          <p:nvPr/>
        </p:nvSpPr>
        <p:spPr>
          <a:xfrm xmlns:a="http://schemas.openxmlformats.org/drawingml/2006/main">
            <a:off x="628650" y="4524375"/>
            <a:ext cx="7381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925" b="1">
                <a:solidFill>
                  <a:srgbClr val="F5F8F8"/>
                </a:solidFill>
                <a:latin typeface="Arial"/>
                <a:ea typeface="Arial"/>
                <a:cs typeface="Arial"/>
              </a:defRPr>
            </a:defPPr>
            <a:lvl1pPr>
              <a:defRPr sz="2925" b="1">
                <a:solidFill>
                  <a:srgbClr val="F5F8F8"/>
                </a:solidFill>
                <a:latin typeface="Arial"/>
                <a:ea typeface="Arial"/>
                <a:cs typeface="Arial"/>
              </a:defRPr>
            </a:lvl1pPr>
            <a:lvl2pPr>
              <a:defRPr sz="2925" b="1">
                <a:solidFill>
                  <a:srgbClr val="F5F8F8"/>
                </a:solidFill>
                <a:latin typeface="Arial"/>
                <a:ea typeface="Arial"/>
                <a:cs typeface="Arial"/>
              </a:defRPr>
            </a:lvl2pPr>
            <a:lvl3pPr>
              <a:defRPr sz="2925" b="1">
                <a:solidFill>
                  <a:srgbClr val="F5F8F8"/>
                </a:solidFill>
                <a:latin typeface="Arial"/>
                <a:ea typeface="Arial"/>
                <a:cs typeface="Arial"/>
              </a:defRPr>
            </a:lvl3pPr>
            <a:lvl4pPr>
              <a:defRPr sz="2925" b="1">
                <a:solidFill>
                  <a:srgbClr val="F5F8F8"/>
                </a:solidFill>
                <a:latin typeface="Arial"/>
                <a:ea typeface="Arial"/>
                <a:cs typeface="Arial"/>
              </a:defRPr>
            </a:lvl4pPr>
            <a:lvl5pPr>
              <a:defRPr sz="2925" b="1">
                <a:solidFill>
                  <a:srgbClr val="F5F8F8"/>
                </a:solidFill>
                <a:latin typeface="Arial"/>
                <a:ea typeface="Arial"/>
                <a:cs typeface="Arial"/>
              </a:defRPr>
            </a:lvl5pPr>
            <a:lvl6pPr>
              <a:defRPr sz="2925" b="1">
                <a:solidFill>
                  <a:srgbClr val="F5F8F8"/>
                </a:solidFill>
                <a:latin typeface="Arial"/>
                <a:ea typeface="Arial"/>
                <a:cs typeface="Arial"/>
              </a:defRPr>
            </a:lvl6pPr>
            <a:lvl7pPr>
              <a:defRPr sz="2925" b="1">
                <a:solidFill>
                  <a:srgbClr val="F5F8F8"/>
                </a:solidFill>
                <a:latin typeface="Arial"/>
                <a:ea typeface="Arial"/>
                <a:cs typeface="Arial"/>
              </a:defRPr>
            </a:lvl7pPr>
            <a:lvl8pPr>
              <a:defRPr sz="2925" b="1">
                <a:solidFill>
                  <a:srgbClr val="F5F8F8"/>
                </a:solidFill>
                <a:latin typeface="Arial"/>
                <a:ea typeface="Arial"/>
                <a:cs typeface="Arial"/>
              </a:defRPr>
            </a:lvl8pPr>
            <a:lvl9pPr>
              <a:defRPr sz="2925" b="1">
                <a:solidFill>
                  <a:srgbClr val="F5F8F8"/>
                </a:solidFill>
                <a:latin typeface="Arial"/>
                <a:ea typeface="Arial"/>
                <a:cs typeface="Arial"/>
              </a:defRPr>
            </a:lvl9pPr>
          </a:lstStyle>
          <a:p xmlns:a="http://schemas.openxmlformats.org/drawingml/2006/main">
            <a:pPr>
              <a:defRPr sz="2925" b="1">
                <a:solidFill>
                  <a:srgbClr val="F5F8F8"/>
                </a:solidFill>
                <a:latin typeface="Arial"/>
                <a:ea typeface="Arial"/>
                <a:cs typeface="Arial"/>
              </a:defRPr>
            </a:pPr>
            <a:r>
              <a:rPr sz="2925" b="1">
                <a:solidFill>
                  <a:srgbClr val="F5F8F8"/>
                </a:solidFill>
                <a:latin typeface="Arial"/>
                <a:ea typeface="Arial"/>
                <a:cs typeface="Arial"/>
              </a:rPr>
              <a:t>Wykrywanie i ograniczanie</a:t>
            </a:r>
          </a:p>
          <a:p xmlns:a="http://schemas.openxmlformats.org/drawingml/2006/main">
            <a:pPr>
              <a:defRPr sz="2925" b="1">
                <a:solidFill>
                  <a:srgbClr val="F5F8F8"/>
                </a:solidFill>
                <a:latin typeface="Arial"/>
                <a:ea typeface="Arial"/>
                <a:cs typeface="Arial"/>
              </a:defRPr>
            </a:pPr>
            <a:r>
              <a:rPr sz="2925" b="1">
                <a:solidFill>
                  <a:srgbClr val="F5F8F8"/>
                </a:solidFill>
                <a:latin typeface="Arial"/>
                <a:ea typeface="Arial"/>
                <a:cs typeface="Arial"/>
              </a:rPr>
              <a:t>nadużyć</a:t>
            </a:r>
          </a:p>
        </p:txBody>
      </p:sp>
    </p:spTree>
    <p:extLst>
      <p:ext uri="{BB962C8B-B14F-4D97-AF65-F5344CB8AC3E}">
        <p14:creationId xmlns:p14="http://schemas.microsoft.com/office/powerpoint/2010/main" val="916230547"/>
      </p:ext>
    </p:extLst>
  </p:cSld>
</p:sld>
</file>

<file path=ppt/slides/slide18.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375A8ED-88BD-4C1B-9886-9E65B1BD60F0}"/>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825" b="1">
                <a:solidFill>
                  <a:srgbClr val="F5F8F8"/>
                </a:solidFill>
                <a:latin typeface="Arial"/>
                <a:ea typeface="Arial"/>
                <a:cs typeface="Arial"/>
              </a:defRPr>
            </a:defPPr>
            <a:lvl1pPr>
              <a:defRPr sz="3825" b="1">
                <a:solidFill>
                  <a:srgbClr val="F5F8F8"/>
                </a:solidFill>
                <a:latin typeface="Arial"/>
                <a:ea typeface="Arial"/>
                <a:cs typeface="Arial"/>
              </a:defRPr>
            </a:lvl1pPr>
            <a:lvl2pPr>
              <a:defRPr sz="3825" b="1">
                <a:solidFill>
                  <a:srgbClr val="F5F8F8"/>
                </a:solidFill>
                <a:latin typeface="Arial"/>
                <a:ea typeface="Arial"/>
                <a:cs typeface="Arial"/>
              </a:defRPr>
            </a:lvl2pPr>
            <a:lvl3pPr>
              <a:defRPr sz="3825" b="1">
                <a:solidFill>
                  <a:srgbClr val="F5F8F8"/>
                </a:solidFill>
                <a:latin typeface="Arial"/>
                <a:ea typeface="Arial"/>
                <a:cs typeface="Arial"/>
              </a:defRPr>
            </a:lvl3pPr>
            <a:lvl4pPr>
              <a:defRPr sz="3825" b="1">
                <a:solidFill>
                  <a:srgbClr val="F5F8F8"/>
                </a:solidFill>
                <a:latin typeface="Arial"/>
                <a:ea typeface="Arial"/>
                <a:cs typeface="Arial"/>
              </a:defRPr>
            </a:lvl4pPr>
            <a:lvl5pPr>
              <a:defRPr sz="3825" b="1">
                <a:solidFill>
                  <a:srgbClr val="F5F8F8"/>
                </a:solidFill>
                <a:latin typeface="Arial"/>
                <a:ea typeface="Arial"/>
                <a:cs typeface="Arial"/>
              </a:defRPr>
            </a:lvl5pPr>
            <a:lvl6pPr>
              <a:defRPr sz="3825" b="1">
                <a:solidFill>
                  <a:srgbClr val="F5F8F8"/>
                </a:solidFill>
                <a:latin typeface="Arial"/>
                <a:ea typeface="Arial"/>
                <a:cs typeface="Arial"/>
              </a:defRPr>
            </a:lvl6pPr>
            <a:lvl7pPr>
              <a:defRPr sz="3825" b="1">
                <a:solidFill>
                  <a:srgbClr val="F5F8F8"/>
                </a:solidFill>
                <a:latin typeface="Arial"/>
                <a:ea typeface="Arial"/>
                <a:cs typeface="Arial"/>
              </a:defRPr>
            </a:lvl7pPr>
            <a:lvl8pPr>
              <a:defRPr sz="3825" b="1">
                <a:solidFill>
                  <a:srgbClr val="F5F8F8"/>
                </a:solidFill>
                <a:latin typeface="Arial"/>
                <a:ea typeface="Arial"/>
                <a:cs typeface="Arial"/>
              </a:defRPr>
            </a:lvl8pPr>
            <a:lvl9pPr>
              <a:defRPr sz="3825" b="1">
                <a:solidFill>
                  <a:srgbClr val="F5F8F8"/>
                </a:solidFill>
                <a:latin typeface="Arial"/>
                <a:ea typeface="Arial"/>
                <a:cs typeface="Arial"/>
              </a:defRPr>
            </a:lvl9pPr>
          </a:lstStyle>
          <a:p xmlns:a="http://schemas.openxmlformats.org/drawingml/2006/main">
            <a:pPr>
              <a:defRPr sz="3825" b="1">
                <a:solidFill>
                  <a:srgbClr val="F5F8F8"/>
                </a:solidFill>
                <a:latin typeface="Arial"/>
                <a:ea typeface="Arial"/>
                <a:cs typeface="Arial"/>
              </a:defRPr>
            </a:pPr>
            <a:r>
              <a:rPr sz="3825" b="1">
                <a:solidFill>
                  <a:srgbClr val="F5F8F8"/>
                </a:solidFill>
                <a:latin typeface="Arial"/>
                <a:ea typeface="Arial"/>
                <a:cs typeface="Arial"/>
              </a:rPr>
              <a:t>OWASP API Security Top 10</a:t>
            </a:r>
          </a:p>
        </p:txBody>
      </p:sp>
      <p:sp>
        <p:nvSpPr>
          <p:cNvPr id="2" name="">
            <a:extLst xmlns:a="http://schemas.openxmlformats.org/drawingml/2006/main">
              <a:ext uri="{FF2B5EF4-FFF2-40B4-BE49-F238E27FC236}">
                <a16:creationId xmlns:a16="http://schemas.microsoft.com/office/drawing/2014/main" id="{5012F70B-47FF-4462-B5D6-017F0704CCE4}"/>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A1BCC5"/>
                </a:solidFill>
                <a:latin typeface="Arial"/>
                <a:ea typeface="Arial"/>
                <a:cs typeface="Arial"/>
              </a:defRPr>
            </a:defPPr>
            <a:lvl1pPr>
              <a:defRPr sz="1350" b="0">
                <a:solidFill>
                  <a:srgbClr val="A1BCC5"/>
                </a:solidFill>
                <a:latin typeface="Arial"/>
                <a:ea typeface="Arial"/>
                <a:cs typeface="Arial"/>
              </a:defRPr>
            </a:lvl1pPr>
            <a:lvl2pPr>
              <a:defRPr sz="1350" b="0">
                <a:solidFill>
                  <a:srgbClr val="A1BCC5"/>
                </a:solidFill>
                <a:latin typeface="Arial"/>
                <a:ea typeface="Arial"/>
                <a:cs typeface="Arial"/>
              </a:defRPr>
            </a:lvl2pPr>
            <a:lvl3pPr>
              <a:defRPr sz="1350" b="0">
                <a:solidFill>
                  <a:srgbClr val="A1BCC5"/>
                </a:solidFill>
                <a:latin typeface="Arial"/>
                <a:ea typeface="Arial"/>
                <a:cs typeface="Arial"/>
              </a:defRPr>
            </a:lvl3pPr>
            <a:lvl4pPr>
              <a:defRPr sz="1350" b="0">
                <a:solidFill>
                  <a:srgbClr val="A1BCC5"/>
                </a:solidFill>
                <a:latin typeface="Arial"/>
                <a:ea typeface="Arial"/>
                <a:cs typeface="Arial"/>
              </a:defRPr>
            </a:lvl4pPr>
            <a:lvl5pPr>
              <a:defRPr sz="1350" b="0">
                <a:solidFill>
                  <a:srgbClr val="A1BCC5"/>
                </a:solidFill>
                <a:latin typeface="Arial"/>
                <a:ea typeface="Arial"/>
                <a:cs typeface="Arial"/>
              </a:defRPr>
            </a:lvl5pPr>
            <a:lvl6pPr>
              <a:defRPr sz="1350" b="0">
                <a:solidFill>
                  <a:srgbClr val="A1BCC5"/>
                </a:solidFill>
                <a:latin typeface="Arial"/>
                <a:ea typeface="Arial"/>
                <a:cs typeface="Arial"/>
              </a:defRPr>
            </a:lvl6pPr>
            <a:lvl7pPr>
              <a:defRPr sz="1350" b="0">
                <a:solidFill>
                  <a:srgbClr val="A1BCC5"/>
                </a:solidFill>
                <a:latin typeface="Arial"/>
                <a:ea typeface="Arial"/>
                <a:cs typeface="Arial"/>
              </a:defRPr>
            </a:lvl7pPr>
            <a:lvl8pPr>
              <a:defRPr sz="1350" b="0">
                <a:solidFill>
                  <a:srgbClr val="A1BCC5"/>
                </a:solidFill>
                <a:latin typeface="Arial"/>
                <a:ea typeface="Arial"/>
                <a:cs typeface="Arial"/>
              </a:defRPr>
            </a:lvl8pPr>
            <a:lvl9pPr>
              <a:defRPr sz="1350" b="0">
                <a:solidFill>
                  <a:srgbClr val="A1BCC5"/>
                </a:solidFill>
                <a:latin typeface="Arial"/>
                <a:ea typeface="Arial"/>
                <a:cs typeface="Arial"/>
              </a:defRPr>
            </a:lvl9pPr>
          </a:lstStyle>
          <a:p xmlns:a="http://schemas.openxmlformats.org/drawingml/2006/main">
            <a:pPr>
              <a:defRPr sz="1350" b="0">
                <a:solidFill>
                  <a:srgbClr val="A1BCC5"/>
                </a:solidFill>
                <a:latin typeface="Arial"/>
                <a:ea typeface="Arial"/>
                <a:cs typeface="Arial"/>
              </a:defRPr>
            </a:pPr>
            <a:r>
              <a:rPr sz="1350" b="0">
                <a:solidFill>
                  <a:srgbClr val="A1BCC5"/>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A1F67208-A148-4D44-BFDF-930A6FFC11DB}"/>
              </a:ext>
            </a:extLst>
          </p:cNvPr>
          <p:cNvSpPr>
            <a:spLocks xmlns:a="http://schemas.openxmlformats.org/drawingml/2006/main" noGrp="1"/>
          </p:cNvSpPr>
          <p:nvPr/>
        </p:nvSpPr>
        <p:spPr>
          <a:xfrm xmlns:a="http://schemas.openxmlformats.org/drawingml/2006/main">
            <a:off x="628650" y="2047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API1</a:t>
            </a:r>
          </a:p>
        </p:txBody>
      </p:sp>
      <p:sp>
        <p:nvSpPr>
          <p:cNvPr id="4" name="">
            <a:extLst xmlns:a="http://schemas.openxmlformats.org/drawingml/2006/main">
              <a:ext uri="{FF2B5EF4-FFF2-40B4-BE49-F238E27FC236}">
                <a16:creationId xmlns:a16="http://schemas.microsoft.com/office/drawing/2014/main" id="{AA9ED9F2-1655-49AC-926D-E07883527044}"/>
              </a:ext>
            </a:extLst>
          </p:cNvPr>
          <p:cNvSpPr>
            <a:spLocks xmlns:a="http://schemas.openxmlformats.org/drawingml/2006/main" noGrp="1"/>
          </p:cNvSpPr>
          <p:nvPr/>
        </p:nvSpPr>
        <p:spPr>
          <a:xfrm xmlns:a="http://schemas.openxmlformats.org/drawingml/2006/main">
            <a:off x="1771650" y="2047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Autoryzacja obiektów</a:t>
            </a:r>
          </a:p>
        </p:txBody>
      </p:sp>
      <p:sp>
        <p:nvSpPr>
          <p:cNvPr id="5" name="">
            <a:extLst xmlns:a="http://schemas.openxmlformats.org/drawingml/2006/main">
              <a:ext uri="{FF2B5EF4-FFF2-40B4-BE49-F238E27FC236}">
                <a16:creationId xmlns:a16="http://schemas.microsoft.com/office/drawing/2014/main" id="{A2757B0E-8617-4E29-A386-67616EBEF4A6}"/>
              </a:ext>
            </a:extLst>
          </p:cNvPr>
          <p:cNvSpPr>
            <a:spLocks xmlns:a="http://schemas.openxmlformats.org/drawingml/2006/main" noGrp="1"/>
          </p:cNvSpPr>
          <p:nvPr/>
        </p:nvSpPr>
        <p:spPr>
          <a:xfrm xmlns:a="http://schemas.openxmlformats.org/drawingml/2006/main">
            <a:off x="628650" y="2809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API2</a:t>
            </a:r>
          </a:p>
        </p:txBody>
      </p:sp>
      <p:sp>
        <p:nvSpPr>
          <p:cNvPr id="6" name="">
            <a:extLst xmlns:a="http://schemas.openxmlformats.org/drawingml/2006/main">
              <a:ext uri="{FF2B5EF4-FFF2-40B4-BE49-F238E27FC236}">
                <a16:creationId xmlns:a16="http://schemas.microsoft.com/office/drawing/2014/main" id="{BB809560-3ADF-4370-866A-E31AAD6F75ED}"/>
              </a:ext>
            </a:extLst>
          </p:cNvPr>
          <p:cNvSpPr>
            <a:spLocks xmlns:a="http://schemas.openxmlformats.org/drawingml/2006/main" noGrp="1"/>
          </p:cNvSpPr>
          <p:nvPr/>
        </p:nvSpPr>
        <p:spPr>
          <a:xfrm xmlns:a="http://schemas.openxmlformats.org/drawingml/2006/main">
            <a:off x="1771650" y="2809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Uwierzytelnianie</a:t>
            </a:r>
          </a:p>
        </p:txBody>
      </p:sp>
      <p:sp>
        <p:nvSpPr>
          <p:cNvPr id="7" name="">
            <a:extLst xmlns:a="http://schemas.openxmlformats.org/drawingml/2006/main">
              <a:ext uri="{FF2B5EF4-FFF2-40B4-BE49-F238E27FC236}">
                <a16:creationId xmlns:a16="http://schemas.microsoft.com/office/drawing/2014/main" id="{3EFA59D8-B35D-4884-8B03-9670BCCC03AF}"/>
              </a:ext>
            </a:extLst>
          </p:cNvPr>
          <p:cNvSpPr>
            <a:spLocks xmlns:a="http://schemas.openxmlformats.org/drawingml/2006/main" noGrp="1"/>
          </p:cNvSpPr>
          <p:nvPr/>
        </p:nvSpPr>
        <p:spPr>
          <a:xfrm xmlns:a="http://schemas.openxmlformats.org/drawingml/2006/main">
            <a:off x="628650" y="3571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API3</a:t>
            </a:r>
          </a:p>
        </p:txBody>
      </p:sp>
      <p:sp>
        <p:nvSpPr>
          <p:cNvPr id="8" name="">
            <a:extLst xmlns:a="http://schemas.openxmlformats.org/drawingml/2006/main">
              <a:ext uri="{FF2B5EF4-FFF2-40B4-BE49-F238E27FC236}">
                <a16:creationId xmlns:a16="http://schemas.microsoft.com/office/drawing/2014/main" id="{EE077170-7774-41B9-88F3-DE1634D2F368}"/>
              </a:ext>
            </a:extLst>
          </p:cNvPr>
          <p:cNvSpPr>
            <a:spLocks xmlns:a="http://schemas.openxmlformats.org/drawingml/2006/main" noGrp="1"/>
          </p:cNvSpPr>
          <p:nvPr/>
        </p:nvSpPr>
        <p:spPr>
          <a:xfrm xmlns:a="http://schemas.openxmlformats.org/drawingml/2006/main">
            <a:off x="1771650" y="3571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Autoryzacja pól obiektu</a:t>
            </a:r>
          </a:p>
        </p:txBody>
      </p:sp>
      <p:sp>
        <p:nvSpPr>
          <p:cNvPr id="9" name="">
            <a:extLst xmlns:a="http://schemas.openxmlformats.org/drawingml/2006/main">
              <a:ext uri="{FF2B5EF4-FFF2-40B4-BE49-F238E27FC236}">
                <a16:creationId xmlns:a16="http://schemas.microsoft.com/office/drawing/2014/main" id="{0D1E9D87-EA47-4ABF-80B0-81B17813F70B}"/>
              </a:ext>
            </a:extLst>
          </p:cNvPr>
          <p:cNvSpPr>
            <a:spLocks xmlns:a="http://schemas.openxmlformats.org/drawingml/2006/main" noGrp="1"/>
          </p:cNvSpPr>
          <p:nvPr/>
        </p:nvSpPr>
        <p:spPr>
          <a:xfrm xmlns:a="http://schemas.openxmlformats.org/drawingml/2006/main">
            <a:off x="628650" y="4333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API4</a:t>
            </a:r>
          </a:p>
        </p:txBody>
      </p:sp>
      <p:sp>
        <p:nvSpPr>
          <p:cNvPr id="10" name="">
            <a:extLst xmlns:a="http://schemas.openxmlformats.org/drawingml/2006/main">
              <a:ext uri="{FF2B5EF4-FFF2-40B4-BE49-F238E27FC236}">
                <a16:creationId xmlns:a16="http://schemas.microsoft.com/office/drawing/2014/main" id="{8925A0D0-659B-4856-84F3-16D92DAD7A2F}"/>
              </a:ext>
            </a:extLst>
          </p:cNvPr>
          <p:cNvSpPr>
            <a:spLocks xmlns:a="http://schemas.openxmlformats.org/drawingml/2006/main" noGrp="1"/>
          </p:cNvSpPr>
          <p:nvPr/>
        </p:nvSpPr>
        <p:spPr>
          <a:xfrm xmlns:a="http://schemas.openxmlformats.org/drawingml/2006/main">
            <a:off x="1771650" y="4333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Zużycie zasobów</a:t>
            </a:r>
          </a:p>
        </p:txBody>
      </p:sp>
      <p:sp>
        <p:nvSpPr>
          <p:cNvPr id="11" name="">
            <a:extLst xmlns:a="http://schemas.openxmlformats.org/drawingml/2006/main">
              <a:ext uri="{FF2B5EF4-FFF2-40B4-BE49-F238E27FC236}">
                <a16:creationId xmlns:a16="http://schemas.microsoft.com/office/drawing/2014/main" id="{62CAF1DE-EDA8-4E6E-97F1-0BA15FA40B04}"/>
              </a:ext>
            </a:extLst>
          </p:cNvPr>
          <p:cNvSpPr>
            <a:spLocks xmlns:a="http://schemas.openxmlformats.org/drawingml/2006/main" noGrp="1"/>
          </p:cNvSpPr>
          <p:nvPr/>
        </p:nvSpPr>
        <p:spPr>
          <a:xfrm xmlns:a="http://schemas.openxmlformats.org/drawingml/2006/main">
            <a:off x="628650" y="5095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API5</a:t>
            </a:r>
          </a:p>
        </p:txBody>
      </p:sp>
      <p:sp>
        <p:nvSpPr>
          <p:cNvPr id="12" name="">
            <a:extLst xmlns:a="http://schemas.openxmlformats.org/drawingml/2006/main">
              <a:ext uri="{FF2B5EF4-FFF2-40B4-BE49-F238E27FC236}">
                <a16:creationId xmlns:a16="http://schemas.microsoft.com/office/drawing/2014/main" id="{F9695B1C-85FE-4DE0-A17E-EFEB6C81CF78}"/>
              </a:ext>
            </a:extLst>
          </p:cNvPr>
          <p:cNvSpPr>
            <a:spLocks xmlns:a="http://schemas.openxmlformats.org/drawingml/2006/main" noGrp="1"/>
          </p:cNvSpPr>
          <p:nvPr/>
        </p:nvSpPr>
        <p:spPr>
          <a:xfrm xmlns:a="http://schemas.openxmlformats.org/drawingml/2006/main">
            <a:off x="1771650" y="5095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Autoryzacja funkcji</a:t>
            </a:r>
          </a:p>
        </p:txBody>
      </p:sp>
      <p:sp>
        <p:nvSpPr>
          <p:cNvPr id="13" name="">
            <a:extLst xmlns:a="http://schemas.openxmlformats.org/drawingml/2006/main">
              <a:ext uri="{FF2B5EF4-FFF2-40B4-BE49-F238E27FC236}">
                <a16:creationId xmlns:a16="http://schemas.microsoft.com/office/drawing/2014/main" id="{75D3B3E1-808F-4A18-BF1D-24EB78D04972}"/>
              </a:ext>
            </a:extLst>
          </p:cNvPr>
          <p:cNvSpPr>
            <a:spLocks xmlns:a="http://schemas.openxmlformats.org/drawingml/2006/main" noGrp="1"/>
          </p:cNvSpPr>
          <p:nvPr/>
        </p:nvSpPr>
        <p:spPr>
          <a:xfrm xmlns:a="http://schemas.openxmlformats.org/drawingml/2006/main">
            <a:off x="6572250" y="2047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API6</a:t>
            </a:r>
          </a:p>
        </p:txBody>
      </p:sp>
      <p:sp>
        <p:nvSpPr>
          <p:cNvPr id="14" name="">
            <a:extLst xmlns:a="http://schemas.openxmlformats.org/drawingml/2006/main">
              <a:ext uri="{FF2B5EF4-FFF2-40B4-BE49-F238E27FC236}">
                <a16:creationId xmlns:a16="http://schemas.microsoft.com/office/drawing/2014/main" id="{12564648-7E78-4180-86B7-AC10804F126D}"/>
              </a:ext>
            </a:extLst>
          </p:cNvPr>
          <p:cNvSpPr>
            <a:spLocks xmlns:a="http://schemas.openxmlformats.org/drawingml/2006/main" noGrp="1"/>
          </p:cNvSpPr>
          <p:nvPr/>
        </p:nvSpPr>
        <p:spPr>
          <a:xfrm xmlns:a="http://schemas.openxmlformats.org/drawingml/2006/main">
            <a:off x="7715250" y="2047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Wrażliwe procesy biznesowe</a:t>
            </a:r>
          </a:p>
        </p:txBody>
      </p:sp>
      <p:sp>
        <p:nvSpPr>
          <p:cNvPr id="15" name="">
            <a:extLst xmlns:a="http://schemas.openxmlformats.org/drawingml/2006/main">
              <a:ext uri="{FF2B5EF4-FFF2-40B4-BE49-F238E27FC236}">
                <a16:creationId xmlns:a16="http://schemas.microsoft.com/office/drawing/2014/main" id="{BFD7BA25-33C8-45AA-B9B9-154FBADBEBC7}"/>
              </a:ext>
            </a:extLst>
          </p:cNvPr>
          <p:cNvSpPr>
            <a:spLocks xmlns:a="http://schemas.openxmlformats.org/drawingml/2006/main" noGrp="1"/>
          </p:cNvSpPr>
          <p:nvPr/>
        </p:nvSpPr>
        <p:spPr>
          <a:xfrm xmlns:a="http://schemas.openxmlformats.org/drawingml/2006/main">
            <a:off x="6572250" y="2809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API7</a:t>
            </a:r>
          </a:p>
        </p:txBody>
      </p:sp>
      <p:sp>
        <p:nvSpPr>
          <p:cNvPr id="16" name="">
            <a:extLst xmlns:a="http://schemas.openxmlformats.org/drawingml/2006/main">
              <a:ext uri="{FF2B5EF4-FFF2-40B4-BE49-F238E27FC236}">
                <a16:creationId xmlns:a16="http://schemas.microsoft.com/office/drawing/2014/main" id="{EF2B2108-3512-455E-95A0-5DD285DAF4DC}"/>
              </a:ext>
            </a:extLst>
          </p:cNvPr>
          <p:cNvSpPr>
            <a:spLocks xmlns:a="http://schemas.openxmlformats.org/drawingml/2006/main" noGrp="1"/>
          </p:cNvSpPr>
          <p:nvPr/>
        </p:nvSpPr>
        <p:spPr>
          <a:xfrm xmlns:a="http://schemas.openxmlformats.org/drawingml/2006/main">
            <a:off x="7715250" y="2809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SSRF</a:t>
            </a:r>
          </a:p>
        </p:txBody>
      </p:sp>
      <p:sp>
        <p:nvSpPr>
          <p:cNvPr id="17" name="">
            <a:extLst xmlns:a="http://schemas.openxmlformats.org/drawingml/2006/main">
              <a:ext uri="{FF2B5EF4-FFF2-40B4-BE49-F238E27FC236}">
                <a16:creationId xmlns:a16="http://schemas.microsoft.com/office/drawing/2014/main" id="{B71806D2-73FB-408A-9BA1-6EC8C678D71B}"/>
              </a:ext>
            </a:extLst>
          </p:cNvPr>
          <p:cNvSpPr>
            <a:spLocks xmlns:a="http://schemas.openxmlformats.org/drawingml/2006/main" noGrp="1"/>
          </p:cNvSpPr>
          <p:nvPr/>
        </p:nvSpPr>
        <p:spPr>
          <a:xfrm xmlns:a="http://schemas.openxmlformats.org/drawingml/2006/main">
            <a:off x="6572250" y="3571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API8</a:t>
            </a:r>
          </a:p>
        </p:txBody>
      </p:sp>
      <p:sp>
        <p:nvSpPr>
          <p:cNvPr id="18" name="">
            <a:extLst xmlns:a="http://schemas.openxmlformats.org/drawingml/2006/main">
              <a:ext uri="{FF2B5EF4-FFF2-40B4-BE49-F238E27FC236}">
                <a16:creationId xmlns:a16="http://schemas.microsoft.com/office/drawing/2014/main" id="{1AD45169-1931-4275-9747-C604840FBB80}"/>
              </a:ext>
            </a:extLst>
          </p:cNvPr>
          <p:cNvSpPr>
            <a:spLocks xmlns:a="http://schemas.openxmlformats.org/drawingml/2006/main" noGrp="1"/>
          </p:cNvSpPr>
          <p:nvPr/>
        </p:nvSpPr>
        <p:spPr>
          <a:xfrm xmlns:a="http://schemas.openxmlformats.org/drawingml/2006/main">
            <a:off x="7715250" y="3571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Konfiguracja zabezpieczeń</a:t>
            </a:r>
          </a:p>
        </p:txBody>
      </p:sp>
      <p:sp>
        <p:nvSpPr>
          <p:cNvPr id="19" name="">
            <a:extLst xmlns:a="http://schemas.openxmlformats.org/drawingml/2006/main">
              <a:ext uri="{FF2B5EF4-FFF2-40B4-BE49-F238E27FC236}">
                <a16:creationId xmlns:a16="http://schemas.microsoft.com/office/drawing/2014/main" id="{6921A525-1EBE-485E-8ECF-16F996A95544}"/>
              </a:ext>
            </a:extLst>
          </p:cNvPr>
          <p:cNvSpPr>
            <a:spLocks xmlns:a="http://schemas.openxmlformats.org/drawingml/2006/main" noGrp="1"/>
          </p:cNvSpPr>
          <p:nvPr/>
        </p:nvSpPr>
        <p:spPr>
          <a:xfrm xmlns:a="http://schemas.openxmlformats.org/drawingml/2006/main">
            <a:off x="6572250" y="4333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API9</a:t>
            </a:r>
          </a:p>
        </p:txBody>
      </p:sp>
      <p:sp>
        <p:nvSpPr>
          <p:cNvPr id="20" name="">
            <a:extLst xmlns:a="http://schemas.openxmlformats.org/drawingml/2006/main">
              <a:ext uri="{FF2B5EF4-FFF2-40B4-BE49-F238E27FC236}">
                <a16:creationId xmlns:a16="http://schemas.microsoft.com/office/drawing/2014/main" id="{C4E360DA-2022-43F2-BA65-45F28F02F0B6}"/>
              </a:ext>
            </a:extLst>
          </p:cNvPr>
          <p:cNvSpPr>
            <a:spLocks xmlns:a="http://schemas.openxmlformats.org/drawingml/2006/main" noGrp="1"/>
          </p:cNvSpPr>
          <p:nvPr/>
        </p:nvSpPr>
        <p:spPr>
          <a:xfrm xmlns:a="http://schemas.openxmlformats.org/drawingml/2006/main">
            <a:off x="7715250" y="4333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Zarządzanie spisem API</a:t>
            </a:r>
          </a:p>
        </p:txBody>
      </p:sp>
      <p:sp>
        <p:nvSpPr>
          <p:cNvPr id="21" name="">
            <a:extLst xmlns:a="http://schemas.openxmlformats.org/drawingml/2006/main">
              <a:ext uri="{FF2B5EF4-FFF2-40B4-BE49-F238E27FC236}">
                <a16:creationId xmlns:a16="http://schemas.microsoft.com/office/drawing/2014/main" id="{7C23C071-6956-4B55-B227-ECFE4531A9F5}"/>
              </a:ext>
            </a:extLst>
          </p:cNvPr>
          <p:cNvSpPr>
            <a:spLocks xmlns:a="http://schemas.openxmlformats.org/drawingml/2006/main" noGrp="1"/>
          </p:cNvSpPr>
          <p:nvPr/>
        </p:nvSpPr>
        <p:spPr>
          <a:xfrm xmlns:a="http://schemas.openxmlformats.org/drawingml/2006/main">
            <a:off x="6572250" y="5095875"/>
            <a:ext cx="109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59E4CB"/>
                </a:solidFill>
                <a:latin typeface="Arial"/>
                <a:ea typeface="Arial"/>
                <a:cs typeface="Arial"/>
              </a:defRPr>
            </a:defPPr>
            <a:lvl1pPr>
              <a:defRPr sz="1950" b="1">
                <a:solidFill>
                  <a:srgbClr val="59E4CB"/>
                </a:solidFill>
                <a:latin typeface="Arial"/>
                <a:ea typeface="Arial"/>
                <a:cs typeface="Arial"/>
              </a:defRPr>
            </a:lvl1pPr>
            <a:lvl2pPr>
              <a:defRPr sz="1950" b="1">
                <a:solidFill>
                  <a:srgbClr val="59E4CB"/>
                </a:solidFill>
                <a:latin typeface="Arial"/>
                <a:ea typeface="Arial"/>
                <a:cs typeface="Arial"/>
              </a:defRPr>
            </a:lvl2pPr>
            <a:lvl3pPr>
              <a:defRPr sz="1950" b="1">
                <a:solidFill>
                  <a:srgbClr val="59E4CB"/>
                </a:solidFill>
                <a:latin typeface="Arial"/>
                <a:ea typeface="Arial"/>
                <a:cs typeface="Arial"/>
              </a:defRPr>
            </a:lvl3pPr>
            <a:lvl4pPr>
              <a:defRPr sz="1950" b="1">
                <a:solidFill>
                  <a:srgbClr val="59E4CB"/>
                </a:solidFill>
                <a:latin typeface="Arial"/>
                <a:ea typeface="Arial"/>
                <a:cs typeface="Arial"/>
              </a:defRPr>
            </a:lvl4pPr>
            <a:lvl5pPr>
              <a:defRPr sz="1950" b="1">
                <a:solidFill>
                  <a:srgbClr val="59E4CB"/>
                </a:solidFill>
                <a:latin typeface="Arial"/>
                <a:ea typeface="Arial"/>
                <a:cs typeface="Arial"/>
              </a:defRPr>
            </a:lvl5pPr>
            <a:lvl6pPr>
              <a:defRPr sz="1950" b="1">
                <a:solidFill>
                  <a:srgbClr val="59E4CB"/>
                </a:solidFill>
                <a:latin typeface="Arial"/>
                <a:ea typeface="Arial"/>
                <a:cs typeface="Arial"/>
              </a:defRPr>
            </a:lvl6pPr>
            <a:lvl7pPr>
              <a:defRPr sz="1950" b="1">
                <a:solidFill>
                  <a:srgbClr val="59E4CB"/>
                </a:solidFill>
                <a:latin typeface="Arial"/>
                <a:ea typeface="Arial"/>
                <a:cs typeface="Arial"/>
              </a:defRPr>
            </a:lvl7pPr>
            <a:lvl8pPr>
              <a:defRPr sz="1950" b="1">
                <a:solidFill>
                  <a:srgbClr val="59E4CB"/>
                </a:solidFill>
                <a:latin typeface="Arial"/>
                <a:ea typeface="Arial"/>
                <a:cs typeface="Arial"/>
              </a:defRPr>
            </a:lvl8pPr>
            <a:lvl9pPr>
              <a:defRPr sz="1950" b="1">
                <a:solidFill>
                  <a:srgbClr val="59E4CB"/>
                </a:solidFill>
                <a:latin typeface="Arial"/>
                <a:ea typeface="Arial"/>
                <a:cs typeface="Arial"/>
              </a:defRPr>
            </a:lvl9pPr>
          </a:lstStyle>
          <a:p xmlns:a="http://schemas.openxmlformats.org/drawingml/2006/main">
            <a:pPr>
              <a:defRPr sz="1950" b="1">
                <a:solidFill>
                  <a:srgbClr val="59E4CB"/>
                </a:solidFill>
                <a:latin typeface="Arial"/>
                <a:ea typeface="Arial"/>
                <a:cs typeface="Arial"/>
              </a:defRPr>
            </a:pPr>
            <a:r>
              <a:rPr sz="1950" b="1">
                <a:solidFill>
                  <a:srgbClr val="59E4CB"/>
                </a:solidFill>
                <a:latin typeface="Arial"/>
                <a:ea typeface="Arial"/>
                <a:cs typeface="Arial"/>
              </a:rPr>
              <a:t>API10</a:t>
            </a:r>
          </a:p>
        </p:txBody>
      </p:sp>
      <p:sp>
        <p:nvSpPr>
          <p:cNvPr id="22" name="">
            <a:extLst xmlns:a="http://schemas.openxmlformats.org/drawingml/2006/main">
              <a:ext uri="{FF2B5EF4-FFF2-40B4-BE49-F238E27FC236}">
                <a16:creationId xmlns:a16="http://schemas.microsoft.com/office/drawing/2014/main" id="{9DD9B272-2FBF-4532-BE3C-E622B56AB63E}"/>
              </a:ext>
            </a:extLst>
          </p:cNvPr>
          <p:cNvSpPr>
            <a:spLocks xmlns:a="http://schemas.openxmlformats.org/drawingml/2006/main" noGrp="1"/>
          </p:cNvSpPr>
          <p:nvPr/>
        </p:nvSpPr>
        <p:spPr>
          <a:xfrm xmlns:a="http://schemas.openxmlformats.org/drawingml/2006/main">
            <a:off x="7715250" y="50958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8F8"/>
                </a:solidFill>
                <a:latin typeface="Arial"/>
                <a:ea typeface="Arial"/>
                <a:cs typeface="Arial"/>
              </a:defRPr>
            </a:defPPr>
            <a:lvl1pPr>
              <a:defRPr sz="1950" b="0">
                <a:solidFill>
                  <a:srgbClr val="F5F8F8"/>
                </a:solidFill>
                <a:latin typeface="Arial"/>
                <a:ea typeface="Arial"/>
                <a:cs typeface="Arial"/>
              </a:defRPr>
            </a:lvl1pPr>
            <a:lvl2pPr>
              <a:defRPr sz="1950" b="0">
                <a:solidFill>
                  <a:srgbClr val="F5F8F8"/>
                </a:solidFill>
                <a:latin typeface="Arial"/>
                <a:ea typeface="Arial"/>
                <a:cs typeface="Arial"/>
              </a:defRPr>
            </a:lvl2pPr>
            <a:lvl3pPr>
              <a:defRPr sz="1950" b="0">
                <a:solidFill>
                  <a:srgbClr val="F5F8F8"/>
                </a:solidFill>
                <a:latin typeface="Arial"/>
                <a:ea typeface="Arial"/>
                <a:cs typeface="Arial"/>
              </a:defRPr>
            </a:lvl3pPr>
            <a:lvl4pPr>
              <a:defRPr sz="1950" b="0">
                <a:solidFill>
                  <a:srgbClr val="F5F8F8"/>
                </a:solidFill>
                <a:latin typeface="Arial"/>
                <a:ea typeface="Arial"/>
                <a:cs typeface="Arial"/>
              </a:defRPr>
            </a:lvl4pPr>
            <a:lvl5pPr>
              <a:defRPr sz="1950" b="0">
                <a:solidFill>
                  <a:srgbClr val="F5F8F8"/>
                </a:solidFill>
                <a:latin typeface="Arial"/>
                <a:ea typeface="Arial"/>
                <a:cs typeface="Arial"/>
              </a:defRPr>
            </a:lvl5pPr>
            <a:lvl6pPr>
              <a:defRPr sz="1950" b="0">
                <a:solidFill>
                  <a:srgbClr val="F5F8F8"/>
                </a:solidFill>
                <a:latin typeface="Arial"/>
                <a:ea typeface="Arial"/>
                <a:cs typeface="Arial"/>
              </a:defRPr>
            </a:lvl6pPr>
            <a:lvl7pPr>
              <a:defRPr sz="1950" b="0">
                <a:solidFill>
                  <a:srgbClr val="F5F8F8"/>
                </a:solidFill>
                <a:latin typeface="Arial"/>
                <a:ea typeface="Arial"/>
                <a:cs typeface="Arial"/>
              </a:defRPr>
            </a:lvl7pPr>
            <a:lvl8pPr>
              <a:defRPr sz="1950" b="0">
                <a:solidFill>
                  <a:srgbClr val="F5F8F8"/>
                </a:solidFill>
                <a:latin typeface="Arial"/>
                <a:ea typeface="Arial"/>
                <a:cs typeface="Arial"/>
              </a:defRPr>
            </a:lvl8pPr>
            <a:lvl9pPr>
              <a:defRPr sz="1950" b="0">
                <a:solidFill>
                  <a:srgbClr val="F5F8F8"/>
                </a:solidFill>
                <a:latin typeface="Arial"/>
                <a:ea typeface="Arial"/>
                <a:cs typeface="Arial"/>
              </a:defRPr>
            </a:lvl9pPr>
          </a:lstStyle>
          <a:p xmlns:a="http://schemas.openxmlformats.org/drawingml/2006/main">
            <a:pPr>
              <a:defRPr sz="1950" b="0">
                <a:solidFill>
                  <a:srgbClr val="F5F8F8"/>
                </a:solidFill>
                <a:latin typeface="Arial"/>
                <a:ea typeface="Arial"/>
                <a:cs typeface="Arial"/>
              </a:defRPr>
            </a:pPr>
            <a:r>
              <a:rPr sz="1950" b="0">
                <a:solidFill>
                  <a:srgbClr val="F5F8F8"/>
                </a:solidFill>
                <a:latin typeface="Arial"/>
                <a:ea typeface="Arial"/>
                <a:cs typeface="Arial"/>
              </a:rPr>
              <a:t>Korzystanie z zewnętrznych API</a:t>
            </a:r>
          </a:p>
        </p:txBody>
      </p:sp>
      <p:sp>
        <p:nvSpPr>
          <p:cNvPr id="23" name="">
            <a:extLst xmlns:a="http://schemas.openxmlformats.org/drawingml/2006/main">
              <a:ext uri="{FF2B5EF4-FFF2-40B4-BE49-F238E27FC236}">
                <a16:creationId xmlns:a16="http://schemas.microsoft.com/office/drawing/2014/main" id="{454A04F7-5A42-4F5D-91FC-0900AB7BB4F4}"/>
              </a:ext>
            </a:extLst>
          </p:cNvPr>
          <p:cNvSpPr>
            <a:spLocks xmlns:a="http://schemas.openxmlformats.org/drawingml/2006/main" noGrp="1"/>
          </p:cNvSpPr>
          <p:nvPr/>
        </p:nvSpPr>
        <p:spPr>
          <a:xfrm xmlns:a="http://schemas.openxmlformats.org/drawingml/2006/main">
            <a:off x="628650" y="61150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0">
                <a:solidFill>
                  <a:srgbClr val="A1BCC5"/>
                </a:solidFill>
                <a:latin typeface="Arial"/>
                <a:ea typeface="Arial"/>
                <a:cs typeface="Arial"/>
              </a:defRPr>
            </a:defPPr>
            <a:lvl1pPr>
              <a:defRPr sz="1500" b="0">
                <a:solidFill>
                  <a:srgbClr val="A1BCC5"/>
                </a:solidFill>
                <a:latin typeface="Arial"/>
                <a:ea typeface="Arial"/>
                <a:cs typeface="Arial"/>
              </a:defRPr>
            </a:lvl1pPr>
            <a:lvl2pPr>
              <a:defRPr sz="1500" b="0">
                <a:solidFill>
                  <a:srgbClr val="A1BCC5"/>
                </a:solidFill>
                <a:latin typeface="Arial"/>
                <a:ea typeface="Arial"/>
                <a:cs typeface="Arial"/>
              </a:defRPr>
            </a:lvl2pPr>
            <a:lvl3pPr>
              <a:defRPr sz="1500" b="0">
                <a:solidFill>
                  <a:srgbClr val="A1BCC5"/>
                </a:solidFill>
                <a:latin typeface="Arial"/>
                <a:ea typeface="Arial"/>
                <a:cs typeface="Arial"/>
              </a:defRPr>
            </a:lvl3pPr>
            <a:lvl4pPr>
              <a:defRPr sz="1500" b="0">
                <a:solidFill>
                  <a:srgbClr val="A1BCC5"/>
                </a:solidFill>
                <a:latin typeface="Arial"/>
                <a:ea typeface="Arial"/>
                <a:cs typeface="Arial"/>
              </a:defRPr>
            </a:lvl4pPr>
            <a:lvl5pPr>
              <a:defRPr sz="1500" b="0">
                <a:solidFill>
                  <a:srgbClr val="A1BCC5"/>
                </a:solidFill>
                <a:latin typeface="Arial"/>
                <a:ea typeface="Arial"/>
                <a:cs typeface="Arial"/>
              </a:defRPr>
            </a:lvl5pPr>
            <a:lvl6pPr>
              <a:defRPr sz="1500" b="0">
                <a:solidFill>
                  <a:srgbClr val="A1BCC5"/>
                </a:solidFill>
                <a:latin typeface="Arial"/>
                <a:ea typeface="Arial"/>
                <a:cs typeface="Arial"/>
              </a:defRPr>
            </a:lvl6pPr>
            <a:lvl7pPr>
              <a:defRPr sz="1500" b="0">
                <a:solidFill>
                  <a:srgbClr val="A1BCC5"/>
                </a:solidFill>
                <a:latin typeface="Arial"/>
                <a:ea typeface="Arial"/>
                <a:cs typeface="Arial"/>
              </a:defRPr>
            </a:lvl7pPr>
            <a:lvl8pPr>
              <a:defRPr sz="1500" b="0">
                <a:solidFill>
                  <a:srgbClr val="A1BCC5"/>
                </a:solidFill>
                <a:latin typeface="Arial"/>
                <a:ea typeface="Arial"/>
                <a:cs typeface="Arial"/>
              </a:defRPr>
            </a:lvl8pPr>
            <a:lvl9pPr>
              <a:defRPr sz="1500" b="0">
                <a:solidFill>
                  <a:srgbClr val="A1BCC5"/>
                </a:solidFill>
                <a:latin typeface="Arial"/>
                <a:ea typeface="Arial"/>
                <a:cs typeface="Arial"/>
              </a:defRPr>
            </a:lvl9pPr>
          </a:lstStyle>
          <a:p xmlns:a="http://schemas.openxmlformats.org/drawingml/2006/main">
            <a:pPr>
              <a:defRPr sz="1500" b="0">
                <a:solidFill>
                  <a:srgbClr val="A1BCC5"/>
                </a:solidFill>
                <a:latin typeface="Arial"/>
                <a:ea typeface="Arial"/>
                <a:cs typeface="Arial"/>
              </a:defRPr>
            </a:pPr>
            <a:r>
              <a:rPr sz="1500" b="0">
                <a:solidFill>
                  <a:srgbClr val="A1BCC5"/>
                </a:solidFill>
                <a:latin typeface="Arial"/>
                <a:ea typeface="Arial"/>
                <a:cs typeface="Arial"/>
              </a:rPr>
              <a:t>Edycja 2023. Opisowe skróty kategorii. Pełne nazwy i link w notatkach.</a:t>
            </a:r>
          </a:p>
        </p:txBody>
      </p:sp>
    </p:spTree>
    <p:extLst>
      <p:ext uri="{BB962C8B-B14F-4D97-AF65-F5344CB8AC3E}">
        <p14:creationId xmlns:p14="http://schemas.microsoft.com/office/powerpoint/2010/main" val="89463259"/>
      </p:ext>
    </p:extLst>
  </p:cSld>
</p:sld>
</file>

<file path=ppt/slides/slide19.xml><?xml version="1.0" encoding="utf-8"?>
<p:sld xmlns:p="http://schemas.openxmlformats.org/presentationml/2006/main">
  <p:cSld>
    <p:bg>
      <p:bgPr>
        <a:solidFill xmlns:a="http://schemas.openxmlformats.org/drawingml/2006/main">
          <a:srgbClr val="F3F6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E9F204-3639-4EB4-BD56-C74B3A8C3940}"/>
              </a:ext>
            </a:extLst>
          </p:cNvPr>
          <p:cNvSpPr>
            <a:spLocks xmlns:a="http://schemas.openxmlformats.org/drawingml/2006/main" noGrp="1"/>
          </p:cNvSpPr>
          <p:nvPr/>
        </p:nvSpPr>
        <p:spPr>
          <a:xfrm xmlns:a="http://schemas.openxmlformats.org/drawingml/2006/main">
            <a:off x="609600" y="495300"/>
            <a:ext cx="10715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102C3B"/>
                </a:solidFill>
                <a:latin typeface="Arial"/>
                <a:ea typeface="Arial"/>
                <a:cs typeface="Arial"/>
              </a:defRPr>
            </a:defPPr>
            <a:lvl1pPr>
              <a:defRPr sz="4800" b="1">
                <a:solidFill>
                  <a:srgbClr val="102C3B"/>
                </a:solidFill>
                <a:latin typeface="Arial"/>
                <a:ea typeface="Arial"/>
                <a:cs typeface="Arial"/>
              </a:defRPr>
            </a:lvl1pPr>
            <a:lvl2pPr>
              <a:defRPr sz="4800" b="1">
                <a:solidFill>
                  <a:srgbClr val="102C3B"/>
                </a:solidFill>
                <a:latin typeface="Arial"/>
                <a:ea typeface="Arial"/>
                <a:cs typeface="Arial"/>
              </a:defRPr>
            </a:lvl2pPr>
            <a:lvl3pPr>
              <a:defRPr sz="4800" b="1">
                <a:solidFill>
                  <a:srgbClr val="102C3B"/>
                </a:solidFill>
                <a:latin typeface="Arial"/>
                <a:ea typeface="Arial"/>
                <a:cs typeface="Arial"/>
              </a:defRPr>
            </a:lvl3pPr>
            <a:lvl4pPr>
              <a:defRPr sz="4800" b="1">
                <a:solidFill>
                  <a:srgbClr val="102C3B"/>
                </a:solidFill>
                <a:latin typeface="Arial"/>
                <a:ea typeface="Arial"/>
                <a:cs typeface="Arial"/>
              </a:defRPr>
            </a:lvl4pPr>
            <a:lvl5pPr>
              <a:defRPr sz="4800" b="1">
                <a:solidFill>
                  <a:srgbClr val="102C3B"/>
                </a:solidFill>
                <a:latin typeface="Arial"/>
                <a:ea typeface="Arial"/>
                <a:cs typeface="Arial"/>
              </a:defRPr>
            </a:lvl5pPr>
            <a:lvl6pPr>
              <a:defRPr sz="4800" b="1">
                <a:solidFill>
                  <a:srgbClr val="102C3B"/>
                </a:solidFill>
                <a:latin typeface="Arial"/>
                <a:ea typeface="Arial"/>
                <a:cs typeface="Arial"/>
              </a:defRPr>
            </a:lvl6pPr>
            <a:lvl7pPr>
              <a:defRPr sz="4800" b="1">
                <a:solidFill>
                  <a:srgbClr val="102C3B"/>
                </a:solidFill>
                <a:latin typeface="Arial"/>
                <a:ea typeface="Arial"/>
                <a:cs typeface="Arial"/>
              </a:defRPr>
            </a:lvl7pPr>
            <a:lvl8pPr>
              <a:defRPr sz="4800" b="1">
                <a:solidFill>
                  <a:srgbClr val="102C3B"/>
                </a:solidFill>
                <a:latin typeface="Arial"/>
                <a:ea typeface="Arial"/>
                <a:cs typeface="Arial"/>
              </a:defRPr>
            </a:lvl8pPr>
            <a:lvl9pPr>
              <a:defRPr sz="4800" b="1">
                <a:solidFill>
                  <a:srgbClr val="102C3B"/>
                </a:solidFill>
                <a:latin typeface="Arial"/>
                <a:ea typeface="Arial"/>
                <a:cs typeface="Arial"/>
              </a:defRPr>
            </a:lvl9pPr>
          </a:lstStyle>
          <a:p xmlns:a="http://schemas.openxmlformats.org/drawingml/2006/main">
            <a:pPr>
              <a:defRPr sz="4800" b="1">
                <a:solidFill>
                  <a:srgbClr val="102C3B"/>
                </a:solidFill>
                <a:latin typeface="Arial"/>
                <a:ea typeface="Arial"/>
                <a:cs typeface="Arial"/>
              </a:defRPr>
            </a:pPr>
            <a:r>
              <a:rPr sz="4800" b="1">
                <a:solidFill>
                  <a:srgbClr val="102C3B"/>
                </a:solidFill>
                <a:latin typeface="Arial"/>
                <a:ea typeface="Arial"/>
                <a:cs typeface="Arial"/>
              </a:rPr>
              <a:t>Źródła</a:t>
            </a:r>
          </a:p>
        </p:txBody>
      </p:sp>
      <p:sp>
        <p:nvSpPr>
          <p:cNvPr id="2" name="">
            <a:extLst xmlns:a="http://schemas.openxmlformats.org/drawingml/2006/main">
              <a:ext uri="{FF2B5EF4-FFF2-40B4-BE49-F238E27FC236}">
                <a16:creationId xmlns:a16="http://schemas.microsoft.com/office/drawing/2014/main" id="{A68FF2BF-B11F-4F2F-8E29-22D90F58BF9A}"/>
              </a:ext>
            </a:extLst>
          </p:cNvPr>
          <p:cNvSpPr>
            <a:spLocks xmlns:a="http://schemas.openxmlformats.org/drawingml/2006/main" noGrp="1"/>
          </p:cNvSpPr>
          <p:nvPr/>
        </p:nvSpPr>
        <p:spPr>
          <a:xfrm xmlns:a="http://schemas.openxmlformats.org/drawingml/2006/main">
            <a:off x="11096625" y="62674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526E7B"/>
                </a:solidFill>
                <a:latin typeface="Arial"/>
                <a:ea typeface="Arial"/>
                <a:cs typeface="Arial"/>
              </a:defRPr>
            </a:defPPr>
            <a:lvl1pPr>
              <a:defRPr sz="1350" b="0">
                <a:solidFill>
                  <a:srgbClr val="526E7B"/>
                </a:solidFill>
                <a:latin typeface="Arial"/>
                <a:ea typeface="Arial"/>
                <a:cs typeface="Arial"/>
              </a:defRPr>
            </a:lvl1pPr>
            <a:lvl2pPr>
              <a:defRPr sz="1350" b="0">
                <a:solidFill>
                  <a:srgbClr val="526E7B"/>
                </a:solidFill>
                <a:latin typeface="Arial"/>
                <a:ea typeface="Arial"/>
                <a:cs typeface="Arial"/>
              </a:defRPr>
            </a:lvl2pPr>
            <a:lvl3pPr>
              <a:defRPr sz="1350" b="0">
                <a:solidFill>
                  <a:srgbClr val="526E7B"/>
                </a:solidFill>
                <a:latin typeface="Arial"/>
                <a:ea typeface="Arial"/>
                <a:cs typeface="Arial"/>
              </a:defRPr>
            </a:lvl3pPr>
            <a:lvl4pPr>
              <a:defRPr sz="1350" b="0">
                <a:solidFill>
                  <a:srgbClr val="526E7B"/>
                </a:solidFill>
                <a:latin typeface="Arial"/>
                <a:ea typeface="Arial"/>
                <a:cs typeface="Arial"/>
              </a:defRPr>
            </a:lvl4pPr>
            <a:lvl5pPr>
              <a:defRPr sz="1350" b="0">
                <a:solidFill>
                  <a:srgbClr val="526E7B"/>
                </a:solidFill>
                <a:latin typeface="Arial"/>
                <a:ea typeface="Arial"/>
                <a:cs typeface="Arial"/>
              </a:defRPr>
            </a:lvl5pPr>
            <a:lvl6pPr>
              <a:defRPr sz="1350" b="0">
                <a:solidFill>
                  <a:srgbClr val="526E7B"/>
                </a:solidFill>
                <a:latin typeface="Arial"/>
                <a:ea typeface="Arial"/>
                <a:cs typeface="Arial"/>
              </a:defRPr>
            </a:lvl6pPr>
            <a:lvl7pPr>
              <a:defRPr sz="1350" b="0">
                <a:solidFill>
                  <a:srgbClr val="526E7B"/>
                </a:solidFill>
                <a:latin typeface="Arial"/>
                <a:ea typeface="Arial"/>
                <a:cs typeface="Arial"/>
              </a:defRPr>
            </a:lvl7pPr>
            <a:lvl8pPr>
              <a:defRPr sz="1350" b="0">
                <a:solidFill>
                  <a:srgbClr val="526E7B"/>
                </a:solidFill>
                <a:latin typeface="Arial"/>
                <a:ea typeface="Arial"/>
                <a:cs typeface="Arial"/>
              </a:defRPr>
            </a:lvl8pPr>
            <a:lvl9pPr>
              <a:defRPr sz="1350" b="0">
                <a:solidFill>
                  <a:srgbClr val="526E7B"/>
                </a:solidFill>
                <a:latin typeface="Arial"/>
                <a:ea typeface="Arial"/>
                <a:cs typeface="Arial"/>
              </a:defRPr>
            </a:lvl9pPr>
          </a:lstStyle>
          <a:p xmlns:a="http://schemas.openxmlformats.org/drawingml/2006/main">
            <a:pPr>
              <a:defRPr sz="1350" b="0">
                <a:solidFill>
                  <a:srgbClr val="526E7B"/>
                </a:solidFill>
                <a:latin typeface="Arial"/>
                <a:ea typeface="Arial"/>
                <a:cs typeface="Arial"/>
              </a:defRPr>
            </a:pPr>
            <a:r>
              <a:rPr sz="1350" b="0">
                <a:solidFill>
                  <a:srgbClr val="526E7B"/>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72F1F7D5-4B39-4AC3-88B0-51DA8263CE36}"/>
              </a:ext>
            </a:extLst>
          </p:cNvPr>
          <p:cNvSpPr>
            <a:spLocks xmlns:a="http://schemas.openxmlformats.org/drawingml/2006/main" noGrp="1"/>
          </p:cNvSpPr>
          <p:nvPr/>
        </p:nvSpPr>
        <p:spPr>
          <a:xfrm xmlns:a="http://schemas.openxmlformats.org/drawingml/2006/main">
            <a:off x="628650" y="19621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007C79"/>
                </a:solidFill>
                <a:latin typeface="Arial"/>
                <a:ea typeface="Arial"/>
                <a:cs typeface="Arial"/>
              </a:defRPr>
            </a:defPPr>
            <a:lvl1pPr>
              <a:defRPr sz="2700" b="1">
                <a:solidFill>
                  <a:srgbClr val="007C79"/>
                </a:solidFill>
                <a:latin typeface="Arial"/>
                <a:ea typeface="Arial"/>
                <a:cs typeface="Arial"/>
              </a:defRPr>
            </a:lvl1pPr>
            <a:lvl2pPr>
              <a:defRPr sz="2700" b="1">
                <a:solidFill>
                  <a:srgbClr val="007C79"/>
                </a:solidFill>
                <a:latin typeface="Arial"/>
                <a:ea typeface="Arial"/>
                <a:cs typeface="Arial"/>
              </a:defRPr>
            </a:lvl2pPr>
            <a:lvl3pPr>
              <a:defRPr sz="2700" b="1">
                <a:solidFill>
                  <a:srgbClr val="007C79"/>
                </a:solidFill>
                <a:latin typeface="Arial"/>
                <a:ea typeface="Arial"/>
                <a:cs typeface="Arial"/>
              </a:defRPr>
            </a:lvl3pPr>
            <a:lvl4pPr>
              <a:defRPr sz="2700" b="1">
                <a:solidFill>
                  <a:srgbClr val="007C79"/>
                </a:solidFill>
                <a:latin typeface="Arial"/>
                <a:ea typeface="Arial"/>
                <a:cs typeface="Arial"/>
              </a:defRPr>
            </a:lvl4pPr>
            <a:lvl5pPr>
              <a:defRPr sz="2700" b="1">
                <a:solidFill>
                  <a:srgbClr val="007C79"/>
                </a:solidFill>
                <a:latin typeface="Arial"/>
                <a:ea typeface="Arial"/>
                <a:cs typeface="Arial"/>
              </a:defRPr>
            </a:lvl5pPr>
            <a:lvl6pPr>
              <a:defRPr sz="2700" b="1">
                <a:solidFill>
                  <a:srgbClr val="007C79"/>
                </a:solidFill>
                <a:latin typeface="Arial"/>
                <a:ea typeface="Arial"/>
                <a:cs typeface="Arial"/>
              </a:defRPr>
            </a:lvl6pPr>
            <a:lvl7pPr>
              <a:defRPr sz="2700" b="1">
                <a:solidFill>
                  <a:srgbClr val="007C79"/>
                </a:solidFill>
                <a:latin typeface="Arial"/>
                <a:ea typeface="Arial"/>
                <a:cs typeface="Arial"/>
              </a:defRPr>
            </a:lvl7pPr>
            <a:lvl8pPr>
              <a:defRPr sz="2700" b="1">
                <a:solidFill>
                  <a:srgbClr val="007C79"/>
                </a:solidFill>
                <a:latin typeface="Arial"/>
                <a:ea typeface="Arial"/>
                <a:cs typeface="Arial"/>
              </a:defRPr>
            </a:lvl8pPr>
            <a:lvl9pPr>
              <a:defRPr sz="2700" b="1">
                <a:solidFill>
                  <a:srgbClr val="007C79"/>
                </a:solidFill>
                <a:latin typeface="Arial"/>
                <a:ea typeface="Arial"/>
                <a:cs typeface="Arial"/>
              </a:defRPr>
            </a:lvl9pPr>
          </a:lstStyle>
          <a:p xmlns:a="http://schemas.openxmlformats.org/drawingml/2006/main">
            <a:pPr>
              <a:defRPr sz="2700" b="1">
                <a:solidFill>
                  <a:srgbClr val="007C79"/>
                </a:solidFill>
                <a:latin typeface="Arial"/>
                <a:ea typeface="Arial"/>
                <a:cs typeface="Arial"/>
              </a:defRPr>
            </a:pPr>
            <a:r>
              <a:rPr sz="2700" b="1">
                <a:solidFill>
                  <a:srgbClr val="007C79"/>
                </a:solidFill>
                <a:latin typeface="Arial"/>
                <a:ea typeface="Arial"/>
                <a:cs typeface="Arial"/>
              </a:rPr>
              <a:t>Trend Micro</a:t>
            </a:r>
          </a:p>
        </p:txBody>
      </p:sp>
      <p:sp>
        <p:nvSpPr>
          <p:cNvPr id="4" name="">
            <a:extLst xmlns:a="http://schemas.openxmlformats.org/drawingml/2006/main">
              <a:ext uri="{FF2B5EF4-FFF2-40B4-BE49-F238E27FC236}">
                <a16:creationId xmlns:a16="http://schemas.microsoft.com/office/drawing/2014/main" id="{EEE56494-03F9-414E-9B81-35A1817ADD25}"/>
              </a:ext>
            </a:extLst>
          </p:cNvPr>
          <p:cNvSpPr>
            <a:spLocks xmlns:a="http://schemas.openxmlformats.org/drawingml/2006/main" noGrp="1"/>
          </p:cNvSpPr>
          <p:nvPr/>
        </p:nvSpPr>
        <p:spPr>
          <a:xfrm xmlns:a="http://schemas.openxmlformats.org/drawingml/2006/main">
            <a:off x="4191000" y="2057400"/>
            <a:ext cx="723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Bezpieczeństwo API: podstawy i dobre praktyki</a:t>
            </a:r>
          </a:p>
        </p:txBody>
      </p:sp>
      <p:sp>
        <p:nvSpPr>
          <p:cNvPr id="5" name="">
            <a:extLst xmlns:a="http://schemas.openxmlformats.org/drawingml/2006/main">
              <a:ext uri="{FF2B5EF4-FFF2-40B4-BE49-F238E27FC236}">
                <a16:creationId xmlns:a16="http://schemas.microsoft.com/office/drawing/2014/main" id="{8A31C640-58ED-4A25-B3C6-8C45883E3080}"/>
              </a:ext>
            </a:extLst>
          </p:cNvPr>
          <p:cNvSpPr>
            <a:spLocks xmlns:a="http://schemas.openxmlformats.org/drawingml/2006/main" noGrp="1"/>
          </p:cNvSpPr>
          <p:nvPr/>
        </p:nvSpPr>
        <p:spPr>
          <a:xfrm xmlns:a="http://schemas.openxmlformats.org/drawingml/2006/main">
            <a:off x="4191000" y="2809875"/>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26E7B"/>
                </a:solidFill>
                <a:latin typeface="Arial"/>
                <a:ea typeface="Arial"/>
                <a:cs typeface="Arial"/>
              </a:defRPr>
            </a:defPPr>
            <a:lvl1pPr>
              <a:defRPr sz="1575" b="0">
                <a:solidFill>
                  <a:srgbClr val="526E7B"/>
                </a:solidFill>
                <a:latin typeface="Arial"/>
                <a:ea typeface="Arial"/>
                <a:cs typeface="Arial"/>
              </a:defRPr>
            </a:lvl1pPr>
            <a:lvl2pPr>
              <a:defRPr sz="1575" b="0">
                <a:solidFill>
                  <a:srgbClr val="526E7B"/>
                </a:solidFill>
                <a:latin typeface="Arial"/>
                <a:ea typeface="Arial"/>
                <a:cs typeface="Arial"/>
              </a:defRPr>
            </a:lvl2pPr>
            <a:lvl3pPr>
              <a:defRPr sz="1575" b="0">
                <a:solidFill>
                  <a:srgbClr val="526E7B"/>
                </a:solidFill>
                <a:latin typeface="Arial"/>
                <a:ea typeface="Arial"/>
                <a:cs typeface="Arial"/>
              </a:defRPr>
            </a:lvl3pPr>
            <a:lvl4pPr>
              <a:defRPr sz="1575" b="0">
                <a:solidFill>
                  <a:srgbClr val="526E7B"/>
                </a:solidFill>
                <a:latin typeface="Arial"/>
                <a:ea typeface="Arial"/>
                <a:cs typeface="Arial"/>
              </a:defRPr>
            </a:lvl4pPr>
            <a:lvl5pPr>
              <a:defRPr sz="1575" b="0">
                <a:solidFill>
                  <a:srgbClr val="526E7B"/>
                </a:solidFill>
                <a:latin typeface="Arial"/>
                <a:ea typeface="Arial"/>
                <a:cs typeface="Arial"/>
              </a:defRPr>
            </a:lvl5pPr>
            <a:lvl6pPr>
              <a:defRPr sz="1575" b="0">
                <a:solidFill>
                  <a:srgbClr val="526E7B"/>
                </a:solidFill>
                <a:latin typeface="Arial"/>
                <a:ea typeface="Arial"/>
                <a:cs typeface="Arial"/>
              </a:defRPr>
            </a:lvl6pPr>
            <a:lvl7pPr>
              <a:defRPr sz="1575" b="0">
                <a:solidFill>
                  <a:srgbClr val="526E7B"/>
                </a:solidFill>
                <a:latin typeface="Arial"/>
                <a:ea typeface="Arial"/>
                <a:cs typeface="Arial"/>
              </a:defRPr>
            </a:lvl7pPr>
            <a:lvl8pPr>
              <a:defRPr sz="1575" b="0">
                <a:solidFill>
                  <a:srgbClr val="526E7B"/>
                </a:solidFill>
                <a:latin typeface="Arial"/>
                <a:ea typeface="Arial"/>
                <a:cs typeface="Arial"/>
              </a:defRPr>
            </a:lvl8pPr>
            <a:lvl9pPr>
              <a:defRPr sz="1575" b="0">
                <a:solidFill>
                  <a:srgbClr val="526E7B"/>
                </a:solidFill>
                <a:latin typeface="Arial"/>
                <a:ea typeface="Arial"/>
                <a:cs typeface="Arial"/>
              </a:defRPr>
            </a:lvl9pPr>
          </a:lstStyle>
          <a:p xmlns:a="http://schemas.openxmlformats.org/drawingml/2006/main">
            <a:pPr>
              <a:defRPr sz="1575" b="0">
                <a:solidFill>
                  <a:srgbClr val="526E7B"/>
                </a:solidFill>
                <a:latin typeface="Arial"/>
                <a:ea typeface="Arial"/>
                <a:cs typeface="Arial"/>
              </a:defRPr>
            </a:pPr>
            <a:r>
              <a:rPr sz="1575" b="0">
                <a:solidFill>
                  <a:srgbClr val="526E7B"/>
                </a:solidFill>
                <a:latin typeface="Arial"/>
                <a:ea typeface="Arial"/>
                <a:cs typeface="Arial"/>
              </a:rPr>
              <a:t>trendmicro.com/pl_pl/what-is/cloud-security/api-security.html</a:t>
            </a:r>
          </a:p>
        </p:txBody>
      </p:sp>
      <p:sp>
        <p:nvSpPr>
          <p:cNvPr id="6" name="">
            <a:extLst xmlns:a="http://schemas.openxmlformats.org/drawingml/2006/main">
              <a:ext uri="{FF2B5EF4-FFF2-40B4-BE49-F238E27FC236}">
                <a16:creationId xmlns:a16="http://schemas.microsoft.com/office/drawing/2014/main" id="{EB3A1BA0-B522-4EDE-8084-1E1A68092403}"/>
              </a:ext>
            </a:extLst>
          </p:cNvPr>
          <p:cNvSpPr>
            <a:spLocks xmlns:a="http://schemas.openxmlformats.org/drawingml/2006/main" noGrp="1"/>
          </p:cNvSpPr>
          <p:nvPr/>
        </p:nvSpPr>
        <p:spPr>
          <a:xfrm xmlns:a="http://schemas.openxmlformats.org/drawingml/2006/main">
            <a:off x="628650" y="39624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007C79"/>
                </a:solidFill>
                <a:latin typeface="Arial"/>
                <a:ea typeface="Arial"/>
                <a:cs typeface="Arial"/>
              </a:defRPr>
            </a:defPPr>
            <a:lvl1pPr>
              <a:defRPr sz="2700" b="1">
                <a:solidFill>
                  <a:srgbClr val="007C79"/>
                </a:solidFill>
                <a:latin typeface="Arial"/>
                <a:ea typeface="Arial"/>
                <a:cs typeface="Arial"/>
              </a:defRPr>
            </a:lvl1pPr>
            <a:lvl2pPr>
              <a:defRPr sz="2700" b="1">
                <a:solidFill>
                  <a:srgbClr val="007C79"/>
                </a:solidFill>
                <a:latin typeface="Arial"/>
                <a:ea typeface="Arial"/>
                <a:cs typeface="Arial"/>
              </a:defRPr>
            </a:lvl2pPr>
            <a:lvl3pPr>
              <a:defRPr sz="2700" b="1">
                <a:solidFill>
                  <a:srgbClr val="007C79"/>
                </a:solidFill>
                <a:latin typeface="Arial"/>
                <a:ea typeface="Arial"/>
                <a:cs typeface="Arial"/>
              </a:defRPr>
            </a:lvl3pPr>
            <a:lvl4pPr>
              <a:defRPr sz="2700" b="1">
                <a:solidFill>
                  <a:srgbClr val="007C79"/>
                </a:solidFill>
                <a:latin typeface="Arial"/>
                <a:ea typeface="Arial"/>
                <a:cs typeface="Arial"/>
              </a:defRPr>
            </a:lvl4pPr>
            <a:lvl5pPr>
              <a:defRPr sz="2700" b="1">
                <a:solidFill>
                  <a:srgbClr val="007C79"/>
                </a:solidFill>
                <a:latin typeface="Arial"/>
                <a:ea typeface="Arial"/>
                <a:cs typeface="Arial"/>
              </a:defRPr>
            </a:lvl5pPr>
            <a:lvl6pPr>
              <a:defRPr sz="2700" b="1">
                <a:solidFill>
                  <a:srgbClr val="007C79"/>
                </a:solidFill>
                <a:latin typeface="Arial"/>
                <a:ea typeface="Arial"/>
                <a:cs typeface="Arial"/>
              </a:defRPr>
            </a:lvl6pPr>
            <a:lvl7pPr>
              <a:defRPr sz="2700" b="1">
                <a:solidFill>
                  <a:srgbClr val="007C79"/>
                </a:solidFill>
                <a:latin typeface="Arial"/>
                <a:ea typeface="Arial"/>
                <a:cs typeface="Arial"/>
              </a:defRPr>
            </a:lvl7pPr>
            <a:lvl8pPr>
              <a:defRPr sz="2700" b="1">
                <a:solidFill>
                  <a:srgbClr val="007C79"/>
                </a:solidFill>
                <a:latin typeface="Arial"/>
                <a:ea typeface="Arial"/>
                <a:cs typeface="Arial"/>
              </a:defRPr>
            </a:lvl8pPr>
            <a:lvl9pPr>
              <a:defRPr sz="2700" b="1">
                <a:solidFill>
                  <a:srgbClr val="007C79"/>
                </a:solidFill>
                <a:latin typeface="Arial"/>
                <a:ea typeface="Arial"/>
                <a:cs typeface="Arial"/>
              </a:defRPr>
            </a:lvl9pPr>
          </a:lstStyle>
          <a:p xmlns:a="http://schemas.openxmlformats.org/drawingml/2006/main">
            <a:pPr>
              <a:defRPr sz="2700" b="1">
                <a:solidFill>
                  <a:srgbClr val="007C79"/>
                </a:solidFill>
                <a:latin typeface="Arial"/>
                <a:ea typeface="Arial"/>
                <a:cs typeface="Arial"/>
              </a:defRPr>
            </a:pPr>
            <a:r>
              <a:rPr sz="2700" b="1">
                <a:solidFill>
                  <a:srgbClr val="007C79"/>
                </a:solidFill>
                <a:latin typeface="Arial"/>
                <a:ea typeface="Arial"/>
                <a:cs typeface="Arial"/>
              </a:rPr>
              <a:t>OWASP</a:t>
            </a:r>
          </a:p>
        </p:txBody>
      </p:sp>
      <p:sp>
        <p:nvSpPr>
          <p:cNvPr id="7" name="">
            <a:extLst xmlns:a="http://schemas.openxmlformats.org/drawingml/2006/main">
              <a:ext uri="{FF2B5EF4-FFF2-40B4-BE49-F238E27FC236}">
                <a16:creationId xmlns:a16="http://schemas.microsoft.com/office/drawing/2014/main" id="{5708E5D7-FB7A-4B24-AA0A-575F17007E50}"/>
              </a:ext>
            </a:extLst>
          </p:cNvPr>
          <p:cNvSpPr>
            <a:spLocks xmlns:a="http://schemas.openxmlformats.org/drawingml/2006/main" noGrp="1"/>
          </p:cNvSpPr>
          <p:nvPr/>
        </p:nvSpPr>
        <p:spPr>
          <a:xfrm xmlns:a="http://schemas.openxmlformats.org/drawingml/2006/main">
            <a:off x="4191000" y="405765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02C3B"/>
                </a:solidFill>
                <a:latin typeface="Arial"/>
                <a:ea typeface="Arial"/>
                <a:cs typeface="Arial"/>
              </a:defRPr>
            </a:defPPr>
            <a:lvl1pPr>
              <a:defRPr sz="2100" b="0">
                <a:solidFill>
                  <a:srgbClr val="102C3B"/>
                </a:solidFill>
                <a:latin typeface="Arial"/>
                <a:ea typeface="Arial"/>
                <a:cs typeface="Arial"/>
              </a:defRPr>
            </a:lvl1pPr>
            <a:lvl2pPr>
              <a:defRPr sz="2100" b="0">
                <a:solidFill>
                  <a:srgbClr val="102C3B"/>
                </a:solidFill>
                <a:latin typeface="Arial"/>
                <a:ea typeface="Arial"/>
                <a:cs typeface="Arial"/>
              </a:defRPr>
            </a:lvl2pPr>
            <a:lvl3pPr>
              <a:defRPr sz="2100" b="0">
                <a:solidFill>
                  <a:srgbClr val="102C3B"/>
                </a:solidFill>
                <a:latin typeface="Arial"/>
                <a:ea typeface="Arial"/>
                <a:cs typeface="Arial"/>
              </a:defRPr>
            </a:lvl3pPr>
            <a:lvl4pPr>
              <a:defRPr sz="2100" b="0">
                <a:solidFill>
                  <a:srgbClr val="102C3B"/>
                </a:solidFill>
                <a:latin typeface="Arial"/>
                <a:ea typeface="Arial"/>
                <a:cs typeface="Arial"/>
              </a:defRPr>
            </a:lvl4pPr>
            <a:lvl5pPr>
              <a:defRPr sz="2100" b="0">
                <a:solidFill>
                  <a:srgbClr val="102C3B"/>
                </a:solidFill>
                <a:latin typeface="Arial"/>
                <a:ea typeface="Arial"/>
                <a:cs typeface="Arial"/>
              </a:defRPr>
            </a:lvl5pPr>
            <a:lvl6pPr>
              <a:defRPr sz="2100" b="0">
                <a:solidFill>
                  <a:srgbClr val="102C3B"/>
                </a:solidFill>
                <a:latin typeface="Arial"/>
                <a:ea typeface="Arial"/>
                <a:cs typeface="Arial"/>
              </a:defRPr>
            </a:lvl6pPr>
            <a:lvl7pPr>
              <a:defRPr sz="2100" b="0">
                <a:solidFill>
                  <a:srgbClr val="102C3B"/>
                </a:solidFill>
                <a:latin typeface="Arial"/>
                <a:ea typeface="Arial"/>
                <a:cs typeface="Arial"/>
              </a:defRPr>
            </a:lvl7pPr>
            <a:lvl8pPr>
              <a:defRPr sz="2100" b="0">
                <a:solidFill>
                  <a:srgbClr val="102C3B"/>
                </a:solidFill>
                <a:latin typeface="Arial"/>
                <a:ea typeface="Arial"/>
                <a:cs typeface="Arial"/>
              </a:defRPr>
            </a:lvl8pPr>
            <a:lvl9pPr>
              <a:defRPr sz="2100" b="0">
                <a:solidFill>
                  <a:srgbClr val="102C3B"/>
                </a:solidFill>
                <a:latin typeface="Arial"/>
                <a:ea typeface="Arial"/>
                <a:cs typeface="Arial"/>
              </a:defRPr>
            </a:lvl9pPr>
          </a:lstStyle>
          <a:p xmlns:a="http://schemas.openxmlformats.org/drawingml/2006/main">
            <a:pPr>
              <a:defRPr sz="2100" b="0">
                <a:solidFill>
                  <a:srgbClr val="102C3B"/>
                </a:solidFill>
                <a:latin typeface="Arial"/>
                <a:ea typeface="Arial"/>
                <a:cs typeface="Arial"/>
              </a:defRPr>
            </a:pPr>
            <a:r>
              <a:rPr sz="2100" b="0">
                <a:solidFill>
                  <a:srgbClr val="102C3B"/>
                </a:solidFill>
                <a:latin typeface="Arial"/>
                <a:ea typeface="Arial"/>
                <a:cs typeface="Arial"/>
              </a:rPr>
              <a:t>API Security Top 10, edycja 2023</a:t>
            </a:r>
          </a:p>
        </p:txBody>
      </p:sp>
      <p:sp>
        <p:nvSpPr>
          <p:cNvPr id="8" name="">
            <a:extLst xmlns:a="http://schemas.openxmlformats.org/drawingml/2006/main">
              <a:ext uri="{FF2B5EF4-FFF2-40B4-BE49-F238E27FC236}">
                <a16:creationId xmlns:a16="http://schemas.microsoft.com/office/drawing/2014/main" id="{77870242-DB39-4AB5-B464-8484C48BCE32}"/>
              </a:ext>
            </a:extLst>
          </p:cNvPr>
          <p:cNvSpPr>
            <a:spLocks xmlns:a="http://schemas.openxmlformats.org/drawingml/2006/main" noGrp="1"/>
          </p:cNvSpPr>
          <p:nvPr/>
        </p:nvSpPr>
        <p:spPr>
          <a:xfrm xmlns:a="http://schemas.openxmlformats.org/drawingml/2006/main">
            <a:off x="4191000" y="47339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02C3B"/>
                </a:solidFill>
                <a:latin typeface="Arial"/>
                <a:ea typeface="Arial"/>
                <a:cs typeface="Arial"/>
              </a:defRPr>
            </a:defPPr>
            <a:lvl1pPr>
              <a:defRPr sz="1875" b="0">
                <a:solidFill>
                  <a:srgbClr val="102C3B"/>
                </a:solidFill>
                <a:latin typeface="Arial"/>
                <a:ea typeface="Arial"/>
                <a:cs typeface="Arial"/>
              </a:defRPr>
            </a:lvl1pPr>
            <a:lvl2pPr>
              <a:defRPr sz="1875" b="0">
                <a:solidFill>
                  <a:srgbClr val="102C3B"/>
                </a:solidFill>
                <a:latin typeface="Arial"/>
                <a:ea typeface="Arial"/>
                <a:cs typeface="Arial"/>
              </a:defRPr>
            </a:lvl2pPr>
            <a:lvl3pPr>
              <a:defRPr sz="1875" b="0">
                <a:solidFill>
                  <a:srgbClr val="102C3B"/>
                </a:solidFill>
                <a:latin typeface="Arial"/>
                <a:ea typeface="Arial"/>
                <a:cs typeface="Arial"/>
              </a:defRPr>
            </a:lvl3pPr>
            <a:lvl4pPr>
              <a:defRPr sz="1875" b="0">
                <a:solidFill>
                  <a:srgbClr val="102C3B"/>
                </a:solidFill>
                <a:latin typeface="Arial"/>
                <a:ea typeface="Arial"/>
                <a:cs typeface="Arial"/>
              </a:defRPr>
            </a:lvl4pPr>
            <a:lvl5pPr>
              <a:defRPr sz="1875" b="0">
                <a:solidFill>
                  <a:srgbClr val="102C3B"/>
                </a:solidFill>
                <a:latin typeface="Arial"/>
                <a:ea typeface="Arial"/>
                <a:cs typeface="Arial"/>
              </a:defRPr>
            </a:lvl5pPr>
            <a:lvl6pPr>
              <a:defRPr sz="1875" b="0">
                <a:solidFill>
                  <a:srgbClr val="102C3B"/>
                </a:solidFill>
                <a:latin typeface="Arial"/>
                <a:ea typeface="Arial"/>
                <a:cs typeface="Arial"/>
              </a:defRPr>
            </a:lvl6pPr>
            <a:lvl7pPr>
              <a:defRPr sz="1875" b="0">
                <a:solidFill>
                  <a:srgbClr val="102C3B"/>
                </a:solidFill>
                <a:latin typeface="Arial"/>
                <a:ea typeface="Arial"/>
                <a:cs typeface="Arial"/>
              </a:defRPr>
            </a:lvl7pPr>
            <a:lvl8pPr>
              <a:defRPr sz="1875" b="0">
                <a:solidFill>
                  <a:srgbClr val="102C3B"/>
                </a:solidFill>
                <a:latin typeface="Arial"/>
                <a:ea typeface="Arial"/>
                <a:cs typeface="Arial"/>
              </a:defRPr>
            </a:lvl8pPr>
            <a:lvl9pPr>
              <a:defRPr sz="1875" b="0">
                <a:solidFill>
                  <a:srgbClr val="102C3B"/>
                </a:solidFill>
                <a:latin typeface="Arial"/>
                <a:ea typeface="Arial"/>
                <a:cs typeface="Arial"/>
              </a:defRPr>
            </a:lvl9pPr>
          </a:lstStyle>
          <a:p xmlns:a="http://schemas.openxmlformats.org/drawingml/2006/main">
            <a:pPr>
              <a:defRPr sz="1875" b="0">
                <a:solidFill>
                  <a:srgbClr val="102C3B"/>
                </a:solidFill>
                <a:latin typeface="Arial"/>
                <a:ea typeface="Arial"/>
                <a:cs typeface="Arial"/>
              </a:defRPr>
            </a:pPr>
            <a:r>
              <a:rPr sz="1875" b="0">
                <a:solidFill>
                  <a:srgbClr val="102C3B"/>
                </a:solidFill>
                <a:latin typeface="Arial"/>
                <a:ea typeface="Arial"/>
                <a:cs typeface="Arial"/>
              </a:rPr>
              <a:t>Cheat Sheet Series: REST Security, OAuth2, Logging</a:t>
            </a:r>
          </a:p>
        </p:txBody>
      </p:sp>
      <p:sp>
        <p:nvSpPr>
          <p:cNvPr id="9" name="">
            <a:extLst xmlns:a="http://schemas.openxmlformats.org/drawingml/2006/main">
              <a:ext uri="{FF2B5EF4-FFF2-40B4-BE49-F238E27FC236}">
                <a16:creationId xmlns:a16="http://schemas.microsoft.com/office/drawing/2014/main" id="{25A67CA3-CBCA-47A6-9B6C-F60A63068404}"/>
              </a:ext>
            </a:extLst>
          </p:cNvPr>
          <p:cNvSpPr>
            <a:spLocks xmlns:a="http://schemas.openxmlformats.org/drawingml/2006/main" noGrp="1"/>
          </p:cNvSpPr>
          <p:nvPr/>
        </p:nvSpPr>
        <p:spPr>
          <a:xfrm xmlns:a="http://schemas.openxmlformats.org/drawingml/2006/main">
            <a:off x="628650" y="60769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26E7B"/>
                </a:solidFill>
                <a:latin typeface="Arial"/>
                <a:ea typeface="Arial"/>
                <a:cs typeface="Arial"/>
              </a:defRPr>
            </a:defPPr>
            <a:lvl1pPr>
              <a:defRPr sz="1575" b="0">
                <a:solidFill>
                  <a:srgbClr val="526E7B"/>
                </a:solidFill>
                <a:latin typeface="Arial"/>
                <a:ea typeface="Arial"/>
                <a:cs typeface="Arial"/>
              </a:defRPr>
            </a:lvl1pPr>
            <a:lvl2pPr>
              <a:defRPr sz="1575" b="0">
                <a:solidFill>
                  <a:srgbClr val="526E7B"/>
                </a:solidFill>
                <a:latin typeface="Arial"/>
                <a:ea typeface="Arial"/>
                <a:cs typeface="Arial"/>
              </a:defRPr>
            </a:lvl2pPr>
            <a:lvl3pPr>
              <a:defRPr sz="1575" b="0">
                <a:solidFill>
                  <a:srgbClr val="526E7B"/>
                </a:solidFill>
                <a:latin typeface="Arial"/>
                <a:ea typeface="Arial"/>
                <a:cs typeface="Arial"/>
              </a:defRPr>
            </a:lvl3pPr>
            <a:lvl4pPr>
              <a:defRPr sz="1575" b="0">
                <a:solidFill>
                  <a:srgbClr val="526E7B"/>
                </a:solidFill>
                <a:latin typeface="Arial"/>
                <a:ea typeface="Arial"/>
                <a:cs typeface="Arial"/>
              </a:defRPr>
            </a:lvl4pPr>
            <a:lvl5pPr>
              <a:defRPr sz="1575" b="0">
                <a:solidFill>
                  <a:srgbClr val="526E7B"/>
                </a:solidFill>
                <a:latin typeface="Arial"/>
                <a:ea typeface="Arial"/>
                <a:cs typeface="Arial"/>
              </a:defRPr>
            </a:lvl5pPr>
            <a:lvl6pPr>
              <a:defRPr sz="1575" b="0">
                <a:solidFill>
                  <a:srgbClr val="526E7B"/>
                </a:solidFill>
                <a:latin typeface="Arial"/>
                <a:ea typeface="Arial"/>
                <a:cs typeface="Arial"/>
              </a:defRPr>
            </a:lvl6pPr>
            <a:lvl7pPr>
              <a:defRPr sz="1575" b="0">
                <a:solidFill>
                  <a:srgbClr val="526E7B"/>
                </a:solidFill>
                <a:latin typeface="Arial"/>
                <a:ea typeface="Arial"/>
                <a:cs typeface="Arial"/>
              </a:defRPr>
            </a:lvl7pPr>
            <a:lvl8pPr>
              <a:defRPr sz="1575" b="0">
                <a:solidFill>
                  <a:srgbClr val="526E7B"/>
                </a:solidFill>
                <a:latin typeface="Arial"/>
                <a:ea typeface="Arial"/>
                <a:cs typeface="Arial"/>
              </a:defRPr>
            </a:lvl8pPr>
            <a:lvl9pPr>
              <a:defRPr sz="1575" b="0">
                <a:solidFill>
                  <a:srgbClr val="526E7B"/>
                </a:solidFill>
                <a:latin typeface="Arial"/>
                <a:ea typeface="Arial"/>
                <a:cs typeface="Arial"/>
              </a:defRPr>
            </a:lvl9pPr>
          </a:lstStyle>
          <a:p xmlns:a="http://schemas.openxmlformats.org/drawingml/2006/main">
            <a:pPr>
              <a:defRPr sz="1575" b="0">
                <a:solidFill>
                  <a:srgbClr val="526E7B"/>
                </a:solidFill>
                <a:latin typeface="Arial"/>
                <a:ea typeface="Arial"/>
                <a:cs typeface="Arial"/>
              </a:defRPr>
            </a:pPr>
            <a:r>
              <a:rPr sz="1575" b="0">
                <a:solidFill>
                  <a:srgbClr val="526E7B"/>
                </a:solidFill>
                <a:latin typeface="Arial"/>
                <a:ea typeface="Arial"/>
                <a:cs typeface="Arial"/>
              </a:rPr>
              <a:t>Pełne linki znajdują się w notatkach prowadzącego. Dostęp: 18.10.2026.</a:t>
            </a:r>
          </a:p>
        </p:txBody>
      </p:sp>
    </p:spTree>
    <p:extLst>
      <p:ext uri="{BB962C8B-B14F-4D97-AF65-F5344CB8AC3E}">
        <p14:creationId xmlns:p14="http://schemas.microsoft.com/office/powerpoint/2010/main" val="19291882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2026-10-18T09:41:31.4550000Z</dcterms:created>
  <dcterms:modified xsi:type="dcterms:W3CDTF">2026-10-18T09:41:31.4550000Z</dcterms:modified>
</coreProperties>
</file>